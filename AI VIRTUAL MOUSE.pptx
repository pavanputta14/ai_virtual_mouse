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1"/>
  </p:sldMasterIdLst>
  <p:sldIdLst>
    <p:sldId id="256" r:id="rId2"/>
    <p:sldId id="257" r:id="rId3"/>
    <p:sldId id="258" r:id="rId4"/>
    <p:sldId id="259" r:id="rId5"/>
    <p:sldId id="260" r:id="rId6"/>
    <p:sldId id="261" r:id="rId7"/>
    <p:sldId id="262" r:id="rId8"/>
    <p:sldId id="263" r:id="rId9"/>
    <p:sldId id="264" r:id="rId10"/>
    <p:sldId id="272" r:id="rId11"/>
    <p:sldId id="271" r:id="rId12"/>
    <p:sldId id="265" r:id="rId13"/>
    <p:sldId id="266" r:id="rId14"/>
    <p:sldId id="269" r:id="rId15"/>
    <p:sldId id="267" r:id="rId16"/>
    <p:sldId id="270"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F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70" d="100"/>
          <a:sy n="70" d="100"/>
        </p:scale>
        <p:origin x="57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78D9F8-4AEE-4075-8346-C15C4035A5D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E08D4472-C973-4187-B492-ED82DE4DF2FA}">
      <dgm:prSet custT="1"/>
      <dgm:spPr/>
      <dgm:t>
        <a:bodyPr/>
        <a:lstStyle/>
        <a:p>
          <a:r>
            <a:rPr lang="en-IN" sz="1800" b="1" dirty="0">
              <a:latin typeface="Calisto MT" panose="02040603050505030304" pitchFamily="18" charset="0"/>
            </a:rPr>
            <a:t>Dependence on physical devices</a:t>
          </a:r>
          <a:r>
            <a:rPr lang="en-IN" sz="1800" b="1" dirty="0">
              <a:latin typeface="Bahnschrift Light" panose="020B0502040204020203" pitchFamily="34" charset="0"/>
            </a:rPr>
            <a:t>:</a:t>
          </a:r>
        </a:p>
      </dgm:t>
    </dgm:pt>
    <dgm:pt modelId="{76632470-A4FA-4F95-B5DB-8F3FB01119AA}" type="parTrans" cxnId="{E34EBA2E-5FBC-49ED-BDA3-CD2FAD597772}">
      <dgm:prSet/>
      <dgm:spPr/>
      <dgm:t>
        <a:bodyPr/>
        <a:lstStyle/>
        <a:p>
          <a:endParaRPr lang="en-IN"/>
        </a:p>
      </dgm:t>
    </dgm:pt>
    <dgm:pt modelId="{30655376-CC41-4276-8CDB-631508E27F76}" type="sibTrans" cxnId="{E34EBA2E-5FBC-49ED-BDA3-CD2FAD597772}">
      <dgm:prSet/>
      <dgm:spPr/>
      <dgm:t>
        <a:bodyPr/>
        <a:lstStyle/>
        <a:p>
          <a:endParaRPr lang="en-IN"/>
        </a:p>
      </dgm:t>
    </dgm:pt>
    <dgm:pt modelId="{12D571F6-E948-4348-A154-A58E547531F4}">
      <dgm:prSet custT="1"/>
      <dgm:spPr/>
      <dgm:t>
        <a:bodyPr/>
        <a:lstStyle/>
        <a:p>
          <a:pPr>
            <a:buFont typeface="Wingdings" panose="05000000000000000000" pitchFamily="2" charset="2"/>
            <a:buChar char="§"/>
          </a:pPr>
          <a:r>
            <a:rPr lang="en-US" sz="1600" b="1" dirty="0">
              <a:latin typeface="Calisto MT" panose="02040603050505030304" pitchFamily="18" charset="0"/>
            </a:rPr>
            <a:t>Mouse and keyboard require direct and continuous interaction with objects.</a:t>
          </a:r>
          <a:endParaRPr lang="en-IN" sz="1600" b="1" dirty="0">
            <a:latin typeface="Calisto MT" panose="02040603050505030304" pitchFamily="18" charset="0"/>
          </a:endParaRPr>
        </a:p>
      </dgm:t>
    </dgm:pt>
    <dgm:pt modelId="{3968A84A-B975-46A0-AA92-4493465689CB}" type="parTrans" cxnId="{C3339176-42DA-4371-98E9-A3794F844B20}">
      <dgm:prSet/>
      <dgm:spPr/>
      <dgm:t>
        <a:bodyPr/>
        <a:lstStyle/>
        <a:p>
          <a:endParaRPr lang="en-IN"/>
        </a:p>
      </dgm:t>
    </dgm:pt>
    <dgm:pt modelId="{4A2B444C-B1C1-4D1D-A43E-71DE7AE9569A}" type="sibTrans" cxnId="{C3339176-42DA-4371-98E9-A3794F844B20}">
      <dgm:prSet/>
      <dgm:spPr/>
      <dgm:t>
        <a:bodyPr/>
        <a:lstStyle/>
        <a:p>
          <a:endParaRPr lang="en-IN"/>
        </a:p>
      </dgm:t>
    </dgm:pt>
    <dgm:pt modelId="{1B9823C1-5743-40DD-AD94-AC7FAD9C9556}">
      <dgm:prSet custT="1"/>
      <dgm:spPr/>
      <dgm:t>
        <a:bodyPr/>
        <a:lstStyle/>
        <a:p>
          <a:pPr>
            <a:buFont typeface="Wingdings" panose="05000000000000000000" pitchFamily="2" charset="2"/>
            <a:buChar char="§"/>
          </a:pPr>
          <a:r>
            <a:rPr lang="en-US" sz="1600" b="1" dirty="0">
              <a:latin typeface="Calisto MT" panose="02040603050505030304" pitchFamily="18" charset="0"/>
            </a:rPr>
            <a:t>This presents a challenge when looking for a hands-free environment.</a:t>
          </a:r>
          <a:endParaRPr lang="en-IN" sz="1600" b="1" dirty="0">
            <a:latin typeface="Calisto MT" panose="02040603050505030304" pitchFamily="18" charset="0"/>
          </a:endParaRPr>
        </a:p>
      </dgm:t>
    </dgm:pt>
    <dgm:pt modelId="{2CFBFEAA-4240-47BA-AEBC-1F5AA842F2EF}" type="parTrans" cxnId="{C5736D0A-CADF-462B-A3D0-6E625396C9F0}">
      <dgm:prSet/>
      <dgm:spPr/>
      <dgm:t>
        <a:bodyPr/>
        <a:lstStyle/>
        <a:p>
          <a:endParaRPr lang="en-IN"/>
        </a:p>
      </dgm:t>
    </dgm:pt>
    <dgm:pt modelId="{C2AE40C0-B1DC-4F6B-8FBE-A3022A079497}" type="sibTrans" cxnId="{C5736D0A-CADF-462B-A3D0-6E625396C9F0}">
      <dgm:prSet/>
      <dgm:spPr/>
      <dgm:t>
        <a:bodyPr/>
        <a:lstStyle/>
        <a:p>
          <a:endParaRPr lang="en-IN"/>
        </a:p>
      </dgm:t>
    </dgm:pt>
    <dgm:pt modelId="{83F180FF-9054-421F-9AF9-DC0C3FC8F1BE}">
      <dgm:prSet custT="1"/>
      <dgm:spPr/>
      <dgm:t>
        <a:bodyPr/>
        <a:lstStyle/>
        <a:p>
          <a:r>
            <a:rPr lang="en-IN" sz="1800" b="1" dirty="0">
              <a:latin typeface="Calisto MT" panose="02040603050505030304" pitchFamily="18" charset="0"/>
            </a:rPr>
            <a:t>Accessibility barrier:</a:t>
          </a:r>
        </a:p>
      </dgm:t>
    </dgm:pt>
    <dgm:pt modelId="{A7E59982-0C88-4440-BFFD-74760F94DF4D}" type="parTrans" cxnId="{794B6E23-335E-4D77-B6E5-5EBD5B9E46D7}">
      <dgm:prSet/>
      <dgm:spPr/>
      <dgm:t>
        <a:bodyPr/>
        <a:lstStyle/>
        <a:p>
          <a:endParaRPr lang="en-IN"/>
        </a:p>
      </dgm:t>
    </dgm:pt>
    <dgm:pt modelId="{125B9A3C-7CC8-4E2C-B90F-F2411C49405B}" type="sibTrans" cxnId="{794B6E23-335E-4D77-B6E5-5EBD5B9E46D7}">
      <dgm:prSet/>
      <dgm:spPr/>
      <dgm:t>
        <a:bodyPr/>
        <a:lstStyle/>
        <a:p>
          <a:endParaRPr lang="en-IN"/>
        </a:p>
      </dgm:t>
    </dgm:pt>
    <dgm:pt modelId="{DD4786E6-A49F-48C3-8B5D-216A435BB6B4}">
      <dgm:prSet custT="1"/>
      <dgm:spPr/>
      <dgm:t>
        <a:bodyPr/>
        <a:lstStyle/>
        <a:p>
          <a:pPr>
            <a:buFont typeface="Wingdings" panose="05000000000000000000" pitchFamily="2" charset="2"/>
            <a:buChar char="§"/>
          </a:pPr>
          <a:r>
            <a:rPr lang="en-US" sz="1600" b="1" dirty="0">
              <a:latin typeface="Calisto MT" panose="02040603050505030304" pitchFamily="18" charset="0"/>
            </a:rPr>
            <a:t>Users with physical disabilities or mobility impairments may not be able to operate hardware based input devices.</a:t>
          </a:r>
          <a:endParaRPr lang="en-IN" sz="1600" b="1" dirty="0">
            <a:latin typeface="Calisto MT" panose="02040603050505030304" pitchFamily="18" charset="0"/>
          </a:endParaRPr>
        </a:p>
      </dgm:t>
    </dgm:pt>
    <dgm:pt modelId="{60E6E696-09E9-43D9-8864-D48154407394}" type="parTrans" cxnId="{87C8A568-BE28-441D-B2B0-B3C53D3F18BC}">
      <dgm:prSet/>
      <dgm:spPr/>
      <dgm:t>
        <a:bodyPr/>
        <a:lstStyle/>
        <a:p>
          <a:endParaRPr lang="en-IN"/>
        </a:p>
      </dgm:t>
    </dgm:pt>
    <dgm:pt modelId="{606DF115-DC3D-4ABD-A170-D7369B84B7E7}" type="sibTrans" cxnId="{87C8A568-BE28-441D-B2B0-B3C53D3F18BC}">
      <dgm:prSet/>
      <dgm:spPr/>
      <dgm:t>
        <a:bodyPr/>
        <a:lstStyle/>
        <a:p>
          <a:endParaRPr lang="en-IN"/>
        </a:p>
      </dgm:t>
    </dgm:pt>
    <dgm:pt modelId="{450FDD0B-DC6A-4EFF-AEBB-E5AECE2EA013}">
      <dgm:prSet custT="1"/>
      <dgm:spPr/>
      <dgm:t>
        <a:bodyPr/>
        <a:lstStyle/>
        <a:p>
          <a:pPr>
            <a:buFont typeface="Wingdings" panose="05000000000000000000" pitchFamily="2" charset="2"/>
            <a:buChar char="§"/>
          </a:pPr>
          <a:r>
            <a:rPr lang="en-US" sz="1600" b="1" dirty="0">
              <a:latin typeface="Calisto MT" panose="02040603050505030304" pitchFamily="18" charset="0"/>
            </a:rPr>
            <a:t>There is a clear need for alternative input methods that don’t rely on mechanical devices.</a:t>
          </a:r>
          <a:endParaRPr lang="en-IN" sz="1600" b="1" dirty="0">
            <a:latin typeface="Calisto MT" panose="02040603050505030304" pitchFamily="18" charset="0"/>
          </a:endParaRPr>
        </a:p>
      </dgm:t>
    </dgm:pt>
    <dgm:pt modelId="{4E760011-514F-40BC-853B-D1BA5BB6A664}" type="parTrans" cxnId="{454C95AA-0F87-491C-B6A5-AD7AF93419C9}">
      <dgm:prSet/>
      <dgm:spPr/>
      <dgm:t>
        <a:bodyPr/>
        <a:lstStyle/>
        <a:p>
          <a:endParaRPr lang="en-IN"/>
        </a:p>
      </dgm:t>
    </dgm:pt>
    <dgm:pt modelId="{578F0053-0C39-4429-BFE7-D62998D024BE}" type="sibTrans" cxnId="{454C95AA-0F87-491C-B6A5-AD7AF93419C9}">
      <dgm:prSet/>
      <dgm:spPr/>
      <dgm:t>
        <a:bodyPr/>
        <a:lstStyle/>
        <a:p>
          <a:endParaRPr lang="en-IN"/>
        </a:p>
      </dgm:t>
    </dgm:pt>
    <dgm:pt modelId="{DA1A319C-1688-45B6-87D0-A25036310595}">
      <dgm:prSet custT="1"/>
      <dgm:spPr/>
      <dgm:t>
        <a:bodyPr/>
        <a:lstStyle/>
        <a:p>
          <a:r>
            <a:rPr lang="en-IN" sz="1800" b="1" dirty="0">
              <a:latin typeface="Calisto MT" panose="02040603050505030304" pitchFamily="18" charset="0"/>
            </a:rPr>
            <a:t>Public/shared device usage:</a:t>
          </a:r>
        </a:p>
      </dgm:t>
    </dgm:pt>
    <dgm:pt modelId="{849F2B55-F9C3-4F6F-9888-516E669BCDA8}" type="parTrans" cxnId="{B5B34C1D-1D66-4BAE-B148-63E3BFF25CBF}">
      <dgm:prSet/>
      <dgm:spPr/>
      <dgm:t>
        <a:bodyPr/>
        <a:lstStyle/>
        <a:p>
          <a:endParaRPr lang="en-IN"/>
        </a:p>
      </dgm:t>
    </dgm:pt>
    <dgm:pt modelId="{846DD391-026F-44E7-8D10-417F52E19DED}" type="sibTrans" cxnId="{B5B34C1D-1D66-4BAE-B148-63E3BFF25CBF}">
      <dgm:prSet/>
      <dgm:spPr/>
      <dgm:t>
        <a:bodyPr/>
        <a:lstStyle/>
        <a:p>
          <a:endParaRPr lang="en-IN"/>
        </a:p>
      </dgm:t>
    </dgm:pt>
    <dgm:pt modelId="{B9401C36-8318-4222-8A97-A91329799F5C}">
      <dgm:prSet/>
      <dgm:spPr/>
      <dgm:t>
        <a:bodyPr/>
        <a:lstStyle/>
        <a:p>
          <a:pPr>
            <a:buFont typeface="Wingdings" panose="05000000000000000000" pitchFamily="2" charset="2"/>
            <a:buChar char="§"/>
          </a:pPr>
          <a:r>
            <a:rPr lang="en-US" b="1" dirty="0">
              <a:latin typeface="Calisto MT" panose="02040603050505030304" pitchFamily="18" charset="0"/>
            </a:rPr>
            <a:t>For example, in laboratories, schools, and office environments, the same computer will often be used by a number of people. </a:t>
          </a:r>
          <a:endParaRPr lang="en-IN" b="1" dirty="0">
            <a:latin typeface="Calisto MT" panose="02040603050505030304" pitchFamily="18" charset="0"/>
          </a:endParaRPr>
        </a:p>
      </dgm:t>
    </dgm:pt>
    <dgm:pt modelId="{65AFCB15-3F80-4C5E-AD96-AA0899C3B225}" type="parTrans" cxnId="{B28BE761-5430-4F17-BBDB-18EA4533E1D5}">
      <dgm:prSet/>
      <dgm:spPr/>
      <dgm:t>
        <a:bodyPr/>
        <a:lstStyle/>
        <a:p>
          <a:endParaRPr lang="en-IN"/>
        </a:p>
      </dgm:t>
    </dgm:pt>
    <dgm:pt modelId="{87F002F5-D775-4637-996C-BA7FD0319A44}" type="sibTrans" cxnId="{B28BE761-5430-4F17-BBDB-18EA4533E1D5}">
      <dgm:prSet/>
      <dgm:spPr/>
      <dgm:t>
        <a:bodyPr/>
        <a:lstStyle/>
        <a:p>
          <a:endParaRPr lang="en-IN"/>
        </a:p>
      </dgm:t>
    </dgm:pt>
    <dgm:pt modelId="{05174A3E-0983-4C52-9D2E-9E19961FEBCC}">
      <dgm:prSet/>
      <dgm:spPr/>
      <dgm:t>
        <a:bodyPr/>
        <a:lstStyle/>
        <a:p>
          <a:pPr>
            <a:buFont typeface="Wingdings" panose="05000000000000000000" pitchFamily="2" charset="2"/>
            <a:buChar char="§"/>
          </a:pPr>
          <a:r>
            <a:rPr lang="en-US" b="1" dirty="0">
              <a:latin typeface="Calisto MT" panose="02040603050505030304" pitchFamily="18" charset="0"/>
            </a:rPr>
            <a:t>With repeated contact with hardware peripherals hygiene is a concern and the wear-and-tear effects are magnified.</a:t>
          </a:r>
          <a:endParaRPr lang="en-IN" b="1" dirty="0">
            <a:latin typeface="Calisto MT" panose="02040603050505030304" pitchFamily="18" charset="0"/>
          </a:endParaRPr>
        </a:p>
      </dgm:t>
    </dgm:pt>
    <dgm:pt modelId="{144ED6BC-7889-41DA-B065-9771B45E990A}" type="parTrans" cxnId="{3CA37E8B-FC3E-4A5D-8777-E95D8CBFB697}">
      <dgm:prSet/>
      <dgm:spPr/>
      <dgm:t>
        <a:bodyPr/>
        <a:lstStyle/>
        <a:p>
          <a:endParaRPr lang="en-IN"/>
        </a:p>
      </dgm:t>
    </dgm:pt>
    <dgm:pt modelId="{D313CB5E-C766-44B6-AAFF-2FD2B0B861C2}" type="sibTrans" cxnId="{3CA37E8B-FC3E-4A5D-8777-E95D8CBFB697}">
      <dgm:prSet/>
      <dgm:spPr/>
      <dgm:t>
        <a:bodyPr/>
        <a:lstStyle/>
        <a:p>
          <a:endParaRPr lang="en-IN"/>
        </a:p>
      </dgm:t>
    </dgm:pt>
    <dgm:pt modelId="{3E0D76EB-6D34-4E28-A91B-AC3C17A942B8}">
      <dgm:prSet custT="1"/>
      <dgm:spPr/>
      <dgm:t>
        <a:bodyPr/>
        <a:lstStyle/>
        <a:p>
          <a:r>
            <a:rPr lang="en-IN" sz="1800" b="1" dirty="0">
              <a:latin typeface="Calisto MT" panose="02040603050505030304" pitchFamily="18" charset="0"/>
            </a:rPr>
            <a:t>Lack of modern alternatives:</a:t>
          </a:r>
        </a:p>
      </dgm:t>
    </dgm:pt>
    <dgm:pt modelId="{3C348E9D-236A-4DFB-B9B8-3C90228A60B2}" type="parTrans" cxnId="{8D350CE3-8DE9-42F1-9A92-F4EC97221D4D}">
      <dgm:prSet/>
      <dgm:spPr/>
      <dgm:t>
        <a:bodyPr/>
        <a:lstStyle/>
        <a:p>
          <a:endParaRPr lang="en-IN"/>
        </a:p>
      </dgm:t>
    </dgm:pt>
    <dgm:pt modelId="{EF1CA12E-0725-45B6-B415-8E5F010D0DB9}" type="sibTrans" cxnId="{8D350CE3-8DE9-42F1-9A92-F4EC97221D4D}">
      <dgm:prSet/>
      <dgm:spPr/>
      <dgm:t>
        <a:bodyPr/>
        <a:lstStyle/>
        <a:p>
          <a:endParaRPr lang="en-IN"/>
        </a:p>
      </dgm:t>
    </dgm:pt>
    <dgm:pt modelId="{5E351C0F-00B8-4D98-94BC-7C70438B5E84}">
      <dgm:prSet custT="1"/>
      <dgm:spPr/>
      <dgm:t>
        <a:bodyPr/>
        <a:lstStyle/>
        <a:p>
          <a:pPr>
            <a:buFont typeface="Wingdings" panose="05000000000000000000" pitchFamily="2" charset="2"/>
            <a:buChar char="§"/>
          </a:pPr>
          <a:r>
            <a:rPr lang="en-US" sz="1600" b="1" dirty="0">
              <a:latin typeface="Calisto MT" panose="02040603050505030304" pitchFamily="18" charset="0"/>
            </a:rPr>
            <a:t>It is still common to see an HCI system that relies on touch based input (mouse, touchscreen) and not depend on touchless instances of input even for general-use computing.</a:t>
          </a:r>
          <a:endParaRPr lang="en-IN" sz="1600" b="1" dirty="0">
            <a:latin typeface="Calisto MT" panose="02040603050505030304" pitchFamily="18" charset="0"/>
          </a:endParaRPr>
        </a:p>
      </dgm:t>
    </dgm:pt>
    <dgm:pt modelId="{16CE990B-8B60-41CC-BE4A-9395AE5CD20A}" type="parTrans" cxnId="{CD7CF86B-A5A4-43CF-A9F3-F7A38BE78894}">
      <dgm:prSet/>
      <dgm:spPr/>
      <dgm:t>
        <a:bodyPr/>
        <a:lstStyle/>
        <a:p>
          <a:endParaRPr lang="en-IN"/>
        </a:p>
      </dgm:t>
    </dgm:pt>
    <dgm:pt modelId="{08B64FAB-4D88-4AC7-B6D6-0E037F5C3F47}" type="sibTrans" cxnId="{CD7CF86B-A5A4-43CF-A9F3-F7A38BE78894}">
      <dgm:prSet/>
      <dgm:spPr/>
      <dgm:t>
        <a:bodyPr/>
        <a:lstStyle/>
        <a:p>
          <a:endParaRPr lang="en-IN"/>
        </a:p>
      </dgm:t>
    </dgm:pt>
    <dgm:pt modelId="{8981D821-82CD-405A-8393-6D9DB4F1E04C}">
      <dgm:prSet custT="1"/>
      <dgm:spPr/>
      <dgm:t>
        <a:bodyPr/>
        <a:lstStyle/>
        <a:p>
          <a:pPr>
            <a:buFont typeface="Wingdings" panose="05000000000000000000" pitchFamily="2" charset="2"/>
            <a:buNone/>
          </a:pPr>
          <a:endParaRPr lang="en-IN" sz="1600" b="1" dirty="0">
            <a:latin typeface="Calisto MT" panose="02040603050505030304" pitchFamily="18" charset="0"/>
          </a:endParaRPr>
        </a:p>
      </dgm:t>
    </dgm:pt>
    <dgm:pt modelId="{5D35F850-06B1-4D43-80B6-B884DAF98A70}" type="parTrans" cxnId="{BA3154FB-4BFD-4A42-8C35-C0458612BCF3}">
      <dgm:prSet/>
      <dgm:spPr/>
      <dgm:t>
        <a:bodyPr/>
        <a:lstStyle/>
        <a:p>
          <a:endParaRPr lang="en-IN"/>
        </a:p>
      </dgm:t>
    </dgm:pt>
    <dgm:pt modelId="{8065845D-200F-4CE0-B36A-0480E3C8BBC1}" type="sibTrans" cxnId="{BA3154FB-4BFD-4A42-8C35-C0458612BCF3}">
      <dgm:prSet/>
      <dgm:spPr/>
      <dgm:t>
        <a:bodyPr/>
        <a:lstStyle/>
        <a:p>
          <a:endParaRPr lang="en-IN"/>
        </a:p>
      </dgm:t>
    </dgm:pt>
    <dgm:pt modelId="{04485CAF-7D12-4DD2-9CEE-8FBE66470F97}">
      <dgm:prSet custT="1"/>
      <dgm:spPr/>
      <dgm:t>
        <a:bodyPr/>
        <a:lstStyle/>
        <a:p>
          <a:pPr>
            <a:buFont typeface="Wingdings" panose="05000000000000000000" pitchFamily="2" charset="2"/>
            <a:buNone/>
          </a:pPr>
          <a:endParaRPr lang="en-IN" sz="1600" b="1" dirty="0">
            <a:latin typeface="Calisto MT" panose="02040603050505030304" pitchFamily="18" charset="0"/>
          </a:endParaRPr>
        </a:p>
      </dgm:t>
    </dgm:pt>
    <dgm:pt modelId="{FDFFF2C9-1F1E-4C07-88A5-F121EC0B5AC9}" type="parTrans" cxnId="{BA31EDB6-2352-433E-BCC1-386A069D09C2}">
      <dgm:prSet/>
      <dgm:spPr/>
      <dgm:t>
        <a:bodyPr/>
        <a:lstStyle/>
        <a:p>
          <a:endParaRPr lang="en-IN"/>
        </a:p>
      </dgm:t>
    </dgm:pt>
    <dgm:pt modelId="{73B3001A-1830-4AFF-8204-5D2F8F7E5D52}" type="sibTrans" cxnId="{BA31EDB6-2352-433E-BCC1-386A069D09C2}">
      <dgm:prSet/>
      <dgm:spPr/>
      <dgm:t>
        <a:bodyPr/>
        <a:lstStyle/>
        <a:p>
          <a:endParaRPr lang="en-IN"/>
        </a:p>
      </dgm:t>
    </dgm:pt>
    <dgm:pt modelId="{BD40B6DB-9387-4A03-98B5-7FE09B93DC50}">
      <dgm:prSet/>
      <dgm:spPr/>
      <dgm:t>
        <a:bodyPr/>
        <a:lstStyle/>
        <a:p>
          <a:pPr>
            <a:buFont typeface="Wingdings" panose="05000000000000000000" pitchFamily="2" charset="2"/>
            <a:buNone/>
          </a:pPr>
          <a:endParaRPr lang="en-IN" b="1" dirty="0">
            <a:latin typeface="Calisto MT" panose="02040603050505030304" pitchFamily="18" charset="0"/>
          </a:endParaRPr>
        </a:p>
      </dgm:t>
    </dgm:pt>
    <dgm:pt modelId="{F5E65FE7-3980-422A-82A5-0BC512726A3A}" type="parTrans" cxnId="{4826A76C-941F-4167-AC07-B360D5BD1D7F}">
      <dgm:prSet/>
      <dgm:spPr/>
      <dgm:t>
        <a:bodyPr/>
        <a:lstStyle/>
        <a:p>
          <a:endParaRPr lang="en-IN"/>
        </a:p>
      </dgm:t>
    </dgm:pt>
    <dgm:pt modelId="{8C074D49-255E-481F-A57A-64EA5B27CF6C}" type="sibTrans" cxnId="{4826A76C-941F-4167-AC07-B360D5BD1D7F}">
      <dgm:prSet/>
      <dgm:spPr/>
      <dgm:t>
        <a:bodyPr/>
        <a:lstStyle/>
        <a:p>
          <a:endParaRPr lang="en-IN"/>
        </a:p>
      </dgm:t>
    </dgm:pt>
    <dgm:pt modelId="{B5D9953F-EBBF-4514-8F1B-7E2C2A3B29EB}" type="pres">
      <dgm:prSet presAssocID="{4B78D9F8-4AEE-4075-8346-C15C4035A5D8}" presName="Name0" presStyleCnt="0">
        <dgm:presLayoutVars>
          <dgm:dir/>
          <dgm:animLvl val="lvl"/>
          <dgm:resizeHandles val="exact"/>
        </dgm:presLayoutVars>
      </dgm:prSet>
      <dgm:spPr/>
    </dgm:pt>
    <dgm:pt modelId="{2792BA8B-35DB-4ABC-8BC7-47F682864A18}" type="pres">
      <dgm:prSet presAssocID="{E08D4472-C973-4187-B492-ED82DE4DF2FA}" presName="composite" presStyleCnt="0"/>
      <dgm:spPr/>
    </dgm:pt>
    <dgm:pt modelId="{E5A6B46F-D886-44A0-99EB-B01CBABBF7DD}" type="pres">
      <dgm:prSet presAssocID="{E08D4472-C973-4187-B492-ED82DE4DF2FA}" presName="parTx" presStyleLbl="alignNode1" presStyleIdx="0" presStyleCnt="4">
        <dgm:presLayoutVars>
          <dgm:chMax val="0"/>
          <dgm:chPref val="0"/>
          <dgm:bulletEnabled val="1"/>
        </dgm:presLayoutVars>
      </dgm:prSet>
      <dgm:spPr/>
    </dgm:pt>
    <dgm:pt modelId="{9F0AA2A9-6C7D-4400-A4A1-BDAE082D1546}" type="pres">
      <dgm:prSet presAssocID="{E08D4472-C973-4187-B492-ED82DE4DF2FA}" presName="desTx" presStyleLbl="alignAccFollowNode1" presStyleIdx="0" presStyleCnt="4">
        <dgm:presLayoutVars>
          <dgm:bulletEnabled val="1"/>
        </dgm:presLayoutVars>
      </dgm:prSet>
      <dgm:spPr/>
    </dgm:pt>
    <dgm:pt modelId="{765D3726-C0C8-4A19-B3CD-D11555949EFE}" type="pres">
      <dgm:prSet presAssocID="{30655376-CC41-4276-8CDB-631508E27F76}" presName="space" presStyleCnt="0"/>
      <dgm:spPr/>
    </dgm:pt>
    <dgm:pt modelId="{45A3C794-90CC-4E99-8CE1-54CB65EAABE0}" type="pres">
      <dgm:prSet presAssocID="{83F180FF-9054-421F-9AF9-DC0C3FC8F1BE}" presName="composite" presStyleCnt="0"/>
      <dgm:spPr/>
    </dgm:pt>
    <dgm:pt modelId="{36458C69-B2DB-45DD-B4D2-A08BA33508BF}" type="pres">
      <dgm:prSet presAssocID="{83F180FF-9054-421F-9AF9-DC0C3FC8F1BE}" presName="parTx" presStyleLbl="alignNode1" presStyleIdx="1" presStyleCnt="4">
        <dgm:presLayoutVars>
          <dgm:chMax val="0"/>
          <dgm:chPref val="0"/>
          <dgm:bulletEnabled val="1"/>
        </dgm:presLayoutVars>
      </dgm:prSet>
      <dgm:spPr/>
    </dgm:pt>
    <dgm:pt modelId="{142EA43B-0280-494B-9A37-8710BEC8B17B}" type="pres">
      <dgm:prSet presAssocID="{83F180FF-9054-421F-9AF9-DC0C3FC8F1BE}" presName="desTx" presStyleLbl="alignAccFollowNode1" presStyleIdx="1" presStyleCnt="4">
        <dgm:presLayoutVars>
          <dgm:bulletEnabled val="1"/>
        </dgm:presLayoutVars>
      </dgm:prSet>
      <dgm:spPr/>
    </dgm:pt>
    <dgm:pt modelId="{DDE4F153-F0D5-4F12-A3A4-CADA8A1D5441}" type="pres">
      <dgm:prSet presAssocID="{125B9A3C-7CC8-4E2C-B90F-F2411C49405B}" presName="space" presStyleCnt="0"/>
      <dgm:spPr/>
    </dgm:pt>
    <dgm:pt modelId="{A262B97A-F38B-434B-A0B8-AF177C8BA234}" type="pres">
      <dgm:prSet presAssocID="{DA1A319C-1688-45B6-87D0-A25036310595}" presName="composite" presStyleCnt="0"/>
      <dgm:spPr/>
    </dgm:pt>
    <dgm:pt modelId="{789095FC-6B16-45A5-B91D-DEB5AE41B52D}" type="pres">
      <dgm:prSet presAssocID="{DA1A319C-1688-45B6-87D0-A25036310595}" presName="parTx" presStyleLbl="alignNode1" presStyleIdx="2" presStyleCnt="4">
        <dgm:presLayoutVars>
          <dgm:chMax val="0"/>
          <dgm:chPref val="0"/>
          <dgm:bulletEnabled val="1"/>
        </dgm:presLayoutVars>
      </dgm:prSet>
      <dgm:spPr/>
    </dgm:pt>
    <dgm:pt modelId="{697FCD7D-752B-4670-8D03-E6ADCAC42BB0}" type="pres">
      <dgm:prSet presAssocID="{DA1A319C-1688-45B6-87D0-A25036310595}" presName="desTx" presStyleLbl="alignAccFollowNode1" presStyleIdx="2" presStyleCnt="4">
        <dgm:presLayoutVars>
          <dgm:bulletEnabled val="1"/>
        </dgm:presLayoutVars>
      </dgm:prSet>
      <dgm:spPr/>
    </dgm:pt>
    <dgm:pt modelId="{8F7BFA4A-3DEF-4E34-A76B-BBCCEA18AE5E}" type="pres">
      <dgm:prSet presAssocID="{846DD391-026F-44E7-8D10-417F52E19DED}" presName="space" presStyleCnt="0"/>
      <dgm:spPr/>
    </dgm:pt>
    <dgm:pt modelId="{58DFDA54-2707-46B7-9BE4-3F896FE576B0}" type="pres">
      <dgm:prSet presAssocID="{3E0D76EB-6D34-4E28-A91B-AC3C17A942B8}" presName="composite" presStyleCnt="0"/>
      <dgm:spPr/>
    </dgm:pt>
    <dgm:pt modelId="{E32A86F9-6D9F-464A-86D2-C5B3FD004344}" type="pres">
      <dgm:prSet presAssocID="{3E0D76EB-6D34-4E28-A91B-AC3C17A942B8}" presName="parTx" presStyleLbl="alignNode1" presStyleIdx="3" presStyleCnt="4">
        <dgm:presLayoutVars>
          <dgm:chMax val="0"/>
          <dgm:chPref val="0"/>
          <dgm:bulletEnabled val="1"/>
        </dgm:presLayoutVars>
      </dgm:prSet>
      <dgm:spPr/>
    </dgm:pt>
    <dgm:pt modelId="{957155BA-FE24-4060-8C11-120328A6D14D}" type="pres">
      <dgm:prSet presAssocID="{3E0D76EB-6D34-4E28-A91B-AC3C17A942B8}" presName="desTx" presStyleLbl="alignAccFollowNode1" presStyleIdx="3" presStyleCnt="4">
        <dgm:presLayoutVars>
          <dgm:bulletEnabled val="1"/>
        </dgm:presLayoutVars>
      </dgm:prSet>
      <dgm:spPr/>
    </dgm:pt>
  </dgm:ptLst>
  <dgm:cxnLst>
    <dgm:cxn modelId="{9DEC4501-F321-44A3-9CA9-AFCDBA536644}" type="presOf" srcId="{E08D4472-C973-4187-B492-ED82DE4DF2FA}" destId="{E5A6B46F-D886-44A0-99EB-B01CBABBF7DD}" srcOrd="0" destOrd="0" presId="urn:microsoft.com/office/officeart/2005/8/layout/hList1"/>
    <dgm:cxn modelId="{D6276D09-97C6-4C9F-8EC2-0E3F3C7B80CD}" type="presOf" srcId="{DA1A319C-1688-45B6-87D0-A25036310595}" destId="{789095FC-6B16-45A5-B91D-DEB5AE41B52D}" srcOrd="0" destOrd="0" presId="urn:microsoft.com/office/officeart/2005/8/layout/hList1"/>
    <dgm:cxn modelId="{C5736D0A-CADF-462B-A3D0-6E625396C9F0}" srcId="{E08D4472-C973-4187-B492-ED82DE4DF2FA}" destId="{1B9823C1-5743-40DD-AD94-AC7FAD9C9556}" srcOrd="2" destOrd="0" parTransId="{2CFBFEAA-4240-47BA-AEBC-1F5AA842F2EF}" sibTransId="{C2AE40C0-B1DC-4F6B-8FBE-A3022A079497}"/>
    <dgm:cxn modelId="{56BD441A-961E-4806-A4E5-9F6091D17FF9}" type="presOf" srcId="{83F180FF-9054-421F-9AF9-DC0C3FC8F1BE}" destId="{36458C69-B2DB-45DD-B4D2-A08BA33508BF}" srcOrd="0" destOrd="0" presId="urn:microsoft.com/office/officeart/2005/8/layout/hList1"/>
    <dgm:cxn modelId="{B5B34C1D-1D66-4BAE-B148-63E3BFF25CBF}" srcId="{4B78D9F8-4AEE-4075-8346-C15C4035A5D8}" destId="{DA1A319C-1688-45B6-87D0-A25036310595}" srcOrd="2" destOrd="0" parTransId="{849F2B55-F9C3-4F6F-9888-516E669BCDA8}" sibTransId="{846DD391-026F-44E7-8D10-417F52E19DED}"/>
    <dgm:cxn modelId="{794B6E23-335E-4D77-B6E5-5EBD5B9E46D7}" srcId="{4B78D9F8-4AEE-4075-8346-C15C4035A5D8}" destId="{83F180FF-9054-421F-9AF9-DC0C3FC8F1BE}" srcOrd="1" destOrd="0" parTransId="{A7E59982-0C88-4440-BFFD-74760F94DF4D}" sibTransId="{125B9A3C-7CC8-4E2C-B90F-F2411C49405B}"/>
    <dgm:cxn modelId="{5DD0EF2D-718B-4F49-B8AF-7442F94CE7C0}" type="presOf" srcId="{5E351C0F-00B8-4D98-94BC-7C70438B5E84}" destId="{957155BA-FE24-4060-8C11-120328A6D14D}" srcOrd="0" destOrd="0" presId="urn:microsoft.com/office/officeart/2005/8/layout/hList1"/>
    <dgm:cxn modelId="{E34EBA2E-5FBC-49ED-BDA3-CD2FAD597772}" srcId="{4B78D9F8-4AEE-4075-8346-C15C4035A5D8}" destId="{E08D4472-C973-4187-B492-ED82DE4DF2FA}" srcOrd="0" destOrd="0" parTransId="{76632470-A4FA-4F95-B5DB-8F3FB01119AA}" sibTransId="{30655376-CC41-4276-8CDB-631508E27F76}"/>
    <dgm:cxn modelId="{B28BE761-5430-4F17-BBDB-18EA4533E1D5}" srcId="{DA1A319C-1688-45B6-87D0-A25036310595}" destId="{B9401C36-8318-4222-8A97-A91329799F5C}" srcOrd="0" destOrd="0" parTransId="{65AFCB15-3F80-4C5E-AD96-AA0899C3B225}" sibTransId="{87F002F5-D775-4637-996C-BA7FD0319A44}"/>
    <dgm:cxn modelId="{87C8A568-BE28-441D-B2B0-B3C53D3F18BC}" srcId="{83F180FF-9054-421F-9AF9-DC0C3FC8F1BE}" destId="{DD4786E6-A49F-48C3-8B5D-216A435BB6B4}" srcOrd="0" destOrd="0" parTransId="{60E6E696-09E9-43D9-8864-D48154407394}" sibTransId="{606DF115-DC3D-4ABD-A170-D7369B84B7E7}"/>
    <dgm:cxn modelId="{CD7CF86B-A5A4-43CF-A9F3-F7A38BE78894}" srcId="{3E0D76EB-6D34-4E28-A91B-AC3C17A942B8}" destId="{5E351C0F-00B8-4D98-94BC-7C70438B5E84}" srcOrd="0" destOrd="0" parTransId="{16CE990B-8B60-41CC-BE4A-9395AE5CD20A}" sibTransId="{08B64FAB-4D88-4AC7-B6D6-0E037F5C3F47}"/>
    <dgm:cxn modelId="{4826A76C-941F-4167-AC07-B360D5BD1D7F}" srcId="{DA1A319C-1688-45B6-87D0-A25036310595}" destId="{BD40B6DB-9387-4A03-98B5-7FE09B93DC50}" srcOrd="1" destOrd="0" parTransId="{F5E65FE7-3980-422A-82A5-0BC512726A3A}" sibTransId="{8C074D49-255E-481F-A57A-64EA5B27CF6C}"/>
    <dgm:cxn modelId="{61DF4D56-6C28-4998-9AEE-F53FD8CF155B}" type="presOf" srcId="{04485CAF-7D12-4DD2-9CEE-8FBE66470F97}" destId="{142EA43B-0280-494B-9A37-8710BEC8B17B}" srcOrd="0" destOrd="1" presId="urn:microsoft.com/office/officeart/2005/8/layout/hList1"/>
    <dgm:cxn modelId="{C3339176-42DA-4371-98E9-A3794F844B20}" srcId="{E08D4472-C973-4187-B492-ED82DE4DF2FA}" destId="{12D571F6-E948-4348-A154-A58E547531F4}" srcOrd="0" destOrd="0" parTransId="{3968A84A-B975-46A0-AA92-4493465689CB}" sibTransId="{4A2B444C-B1C1-4D1D-A43E-71DE7AE9569A}"/>
    <dgm:cxn modelId="{3CA37E8B-FC3E-4A5D-8777-E95D8CBFB697}" srcId="{DA1A319C-1688-45B6-87D0-A25036310595}" destId="{05174A3E-0983-4C52-9D2E-9E19961FEBCC}" srcOrd="2" destOrd="0" parTransId="{144ED6BC-7889-41DA-B065-9771B45E990A}" sibTransId="{D313CB5E-C766-44B6-AAFF-2FD2B0B861C2}"/>
    <dgm:cxn modelId="{05995D90-5644-4A7B-97BA-03F0EF94E909}" type="presOf" srcId="{8981D821-82CD-405A-8393-6D9DB4F1E04C}" destId="{9F0AA2A9-6C7D-4400-A4A1-BDAE082D1546}" srcOrd="0" destOrd="1" presId="urn:microsoft.com/office/officeart/2005/8/layout/hList1"/>
    <dgm:cxn modelId="{19A17D91-0C6C-476D-BC3B-02A252AD333D}" type="presOf" srcId="{DD4786E6-A49F-48C3-8B5D-216A435BB6B4}" destId="{142EA43B-0280-494B-9A37-8710BEC8B17B}" srcOrd="0" destOrd="0" presId="urn:microsoft.com/office/officeart/2005/8/layout/hList1"/>
    <dgm:cxn modelId="{18FED398-6F20-40D0-B8B8-0E13E1CBABAC}" type="presOf" srcId="{4B78D9F8-4AEE-4075-8346-C15C4035A5D8}" destId="{B5D9953F-EBBF-4514-8F1B-7E2C2A3B29EB}" srcOrd="0" destOrd="0" presId="urn:microsoft.com/office/officeart/2005/8/layout/hList1"/>
    <dgm:cxn modelId="{90F328A4-813B-4AB9-8D98-7C5C1D0E17EE}" type="presOf" srcId="{1B9823C1-5743-40DD-AD94-AC7FAD9C9556}" destId="{9F0AA2A9-6C7D-4400-A4A1-BDAE082D1546}" srcOrd="0" destOrd="2" presId="urn:microsoft.com/office/officeart/2005/8/layout/hList1"/>
    <dgm:cxn modelId="{454C95AA-0F87-491C-B6A5-AD7AF93419C9}" srcId="{83F180FF-9054-421F-9AF9-DC0C3FC8F1BE}" destId="{450FDD0B-DC6A-4EFF-AEBB-E5AECE2EA013}" srcOrd="2" destOrd="0" parTransId="{4E760011-514F-40BC-853B-D1BA5BB6A664}" sibTransId="{578F0053-0C39-4429-BFE7-D62998D024BE}"/>
    <dgm:cxn modelId="{4192E7B1-C2BE-409C-80B2-902D4BD4920C}" type="presOf" srcId="{B9401C36-8318-4222-8A97-A91329799F5C}" destId="{697FCD7D-752B-4670-8D03-E6ADCAC42BB0}" srcOrd="0" destOrd="0" presId="urn:microsoft.com/office/officeart/2005/8/layout/hList1"/>
    <dgm:cxn modelId="{BA31EDB6-2352-433E-BCC1-386A069D09C2}" srcId="{83F180FF-9054-421F-9AF9-DC0C3FC8F1BE}" destId="{04485CAF-7D12-4DD2-9CEE-8FBE66470F97}" srcOrd="1" destOrd="0" parTransId="{FDFFF2C9-1F1E-4C07-88A5-F121EC0B5AC9}" sibTransId="{73B3001A-1830-4AFF-8204-5D2F8F7E5D52}"/>
    <dgm:cxn modelId="{BB1D95C3-BC1A-4BCF-8385-12BBCFAF1714}" type="presOf" srcId="{BD40B6DB-9387-4A03-98B5-7FE09B93DC50}" destId="{697FCD7D-752B-4670-8D03-E6ADCAC42BB0}" srcOrd="0" destOrd="1" presId="urn:microsoft.com/office/officeart/2005/8/layout/hList1"/>
    <dgm:cxn modelId="{106BB1D1-44B9-4910-8F1A-20B61E3B1DD3}" type="presOf" srcId="{05174A3E-0983-4C52-9D2E-9E19961FEBCC}" destId="{697FCD7D-752B-4670-8D03-E6ADCAC42BB0}" srcOrd="0" destOrd="2" presId="urn:microsoft.com/office/officeart/2005/8/layout/hList1"/>
    <dgm:cxn modelId="{15B0E6DD-ED7A-44F4-89B4-91123F093C51}" type="presOf" srcId="{3E0D76EB-6D34-4E28-A91B-AC3C17A942B8}" destId="{E32A86F9-6D9F-464A-86D2-C5B3FD004344}" srcOrd="0" destOrd="0" presId="urn:microsoft.com/office/officeart/2005/8/layout/hList1"/>
    <dgm:cxn modelId="{8D350CE3-8DE9-42F1-9A92-F4EC97221D4D}" srcId="{4B78D9F8-4AEE-4075-8346-C15C4035A5D8}" destId="{3E0D76EB-6D34-4E28-A91B-AC3C17A942B8}" srcOrd="3" destOrd="0" parTransId="{3C348E9D-236A-4DFB-B9B8-3C90228A60B2}" sibTransId="{EF1CA12E-0725-45B6-B415-8E5F010D0DB9}"/>
    <dgm:cxn modelId="{B52C46E3-9315-4C8A-A939-A021DC9FC5F4}" type="presOf" srcId="{450FDD0B-DC6A-4EFF-AEBB-E5AECE2EA013}" destId="{142EA43B-0280-494B-9A37-8710BEC8B17B}" srcOrd="0" destOrd="2" presId="urn:microsoft.com/office/officeart/2005/8/layout/hList1"/>
    <dgm:cxn modelId="{BA3154FB-4BFD-4A42-8C35-C0458612BCF3}" srcId="{E08D4472-C973-4187-B492-ED82DE4DF2FA}" destId="{8981D821-82CD-405A-8393-6D9DB4F1E04C}" srcOrd="1" destOrd="0" parTransId="{5D35F850-06B1-4D43-80B6-B884DAF98A70}" sibTransId="{8065845D-200F-4CE0-B36A-0480E3C8BBC1}"/>
    <dgm:cxn modelId="{4024E5FF-3E95-4140-BA76-987C850A211F}" type="presOf" srcId="{12D571F6-E948-4348-A154-A58E547531F4}" destId="{9F0AA2A9-6C7D-4400-A4A1-BDAE082D1546}" srcOrd="0" destOrd="0" presId="urn:microsoft.com/office/officeart/2005/8/layout/hList1"/>
    <dgm:cxn modelId="{A39CEC57-A87F-435E-A9DB-45F046E2BA42}" type="presParOf" srcId="{B5D9953F-EBBF-4514-8F1B-7E2C2A3B29EB}" destId="{2792BA8B-35DB-4ABC-8BC7-47F682864A18}" srcOrd="0" destOrd="0" presId="urn:microsoft.com/office/officeart/2005/8/layout/hList1"/>
    <dgm:cxn modelId="{18E90DEE-C667-41BC-8588-AF82D8FAD660}" type="presParOf" srcId="{2792BA8B-35DB-4ABC-8BC7-47F682864A18}" destId="{E5A6B46F-D886-44A0-99EB-B01CBABBF7DD}" srcOrd="0" destOrd="0" presId="urn:microsoft.com/office/officeart/2005/8/layout/hList1"/>
    <dgm:cxn modelId="{4AFB6597-3435-4080-8EDE-C03DB2F8752A}" type="presParOf" srcId="{2792BA8B-35DB-4ABC-8BC7-47F682864A18}" destId="{9F0AA2A9-6C7D-4400-A4A1-BDAE082D1546}" srcOrd="1" destOrd="0" presId="urn:microsoft.com/office/officeart/2005/8/layout/hList1"/>
    <dgm:cxn modelId="{140A7A86-6278-43C1-977F-7AC69DBE4FD9}" type="presParOf" srcId="{B5D9953F-EBBF-4514-8F1B-7E2C2A3B29EB}" destId="{765D3726-C0C8-4A19-B3CD-D11555949EFE}" srcOrd="1" destOrd="0" presId="urn:microsoft.com/office/officeart/2005/8/layout/hList1"/>
    <dgm:cxn modelId="{418E07FA-5DDE-4FC4-9C84-CEDEBF4766CC}" type="presParOf" srcId="{B5D9953F-EBBF-4514-8F1B-7E2C2A3B29EB}" destId="{45A3C794-90CC-4E99-8CE1-54CB65EAABE0}" srcOrd="2" destOrd="0" presId="urn:microsoft.com/office/officeart/2005/8/layout/hList1"/>
    <dgm:cxn modelId="{DCF08CAF-9849-483E-8793-2A2D87A575BC}" type="presParOf" srcId="{45A3C794-90CC-4E99-8CE1-54CB65EAABE0}" destId="{36458C69-B2DB-45DD-B4D2-A08BA33508BF}" srcOrd="0" destOrd="0" presId="urn:microsoft.com/office/officeart/2005/8/layout/hList1"/>
    <dgm:cxn modelId="{34C36A11-3421-4CD5-8AF9-C6F1C10C90C9}" type="presParOf" srcId="{45A3C794-90CC-4E99-8CE1-54CB65EAABE0}" destId="{142EA43B-0280-494B-9A37-8710BEC8B17B}" srcOrd="1" destOrd="0" presId="urn:microsoft.com/office/officeart/2005/8/layout/hList1"/>
    <dgm:cxn modelId="{AF8AB69C-4B4E-4807-94BD-3A4AD6F8455E}" type="presParOf" srcId="{B5D9953F-EBBF-4514-8F1B-7E2C2A3B29EB}" destId="{DDE4F153-F0D5-4F12-A3A4-CADA8A1D5441}" srcOrd="3" destOrd="0" presId="urn:microsoft.com/office/officeart/2005/8/layout/hList1"/>
    <dgm:cxn modelId="{8DEB4C34-4205-4E5C-B48A-1C6C3795FCDF}" type="presParOf" srcId="{B5D9953F-EBBF-4514-8F1B-7E2C2A3B29EB}" destId="{A262B97A-F38B-434B-A0B8-AF177C8BA234}" srcOrd="4" destOrd="0" presId="urn:microsoft.com/office/officeart/2005/8/layout/hList1"/>
    <dgm:cxn modelId="{486D187C-F424-4B7A-BAE1-9B38D770E14F}" type="presParOf" srcId="{A262B97A-F38B-434B-A0B8-AF177C8BA234}" destId="{789095FC-6B16-45A5-B91D-DEB5AE41B52D}" srcOrd="0" destOrd="0" presId="urn:microsoft.com/office/officeart/2005/8/layout/hList1"/>
    <dgm:cxn modelId="{B365ED42-5CA3-4013-A757-A425E20B1276}" type="presParOf" srcId="{A262B97A-F38B-434B-A0B8-AF177C8BA234}" destId="{697FCD7D-752B-4670-8D03-E6ADCAC42BB0}" srcOrd="1" destOrd="0" presId="urn:microsoft.com/office/officeart/2005/8/layout/hList1"/>
    <dgm:cxn modelId="{024D8F69-A254-429D-831F-D13166D708C8}" type="presParOf" srcId="{B5D9953F-EBBF-4514-8F1B-7E2C2A3B29EB}" destId="{8F7BFA4A-3DEF-4E34-A76B-BBCCEA18AE5E}" srcOrd="5" destOrd="0" presId="urn:microsoft.com/office/officeart/2005/8/layout/hList1"/>
    <dgm:cxn modelId="{75F289AD-CBE3-48B4-9084-2F130C4E4EC3}" type="presParOf" srcId="{B5D9953F-EBBF-4514-8F1B-7E2C2A3B29EB}" destId="{58DFDA54-2707-46B7-9BE4-3F896FE576B0}" srcOrd="6" destOrd="0" presId="urn:microsoft.com/office/officeart/2005/8/layout/hList1"/>
    <dgm:cxn modelId="{2BECA81E-AFB7-464A-94EA-1EEC26F53A5D}" type="presParOf" srcId="{58DFDA54-2707-46B7-9BE4-3F896FE576B0}" destId="{E32A86F9-6D9F-464A-86D2-C5B3FD004344}" srcOrd="0" destOrd="0" presId="urn:microsoft.com/office/officeart/2005/8/layout/hList1"/>
    <dgm:cxn modelId="{49C1EBB9-7722-4AF1-AEE9-D4A5A457677E}" type="presParOf" srcId="{58DFDA54-2707-46B7-9BE4-3F896FE576B0}" destId="{957155BA-FE24-4060-8C11-120328A6D14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876AC1-8BCC-40AF-947E-5CA454008279}"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IN"/>
        </a:p>
      </dgm:t>
    </dgm:pt>
    <dgm:pt modelId="{BCF117AD-2862-41DD-89BF-B68B17D46820}">
      <dgm:prSet custT="1"/>
      <dgm:spPr/>
      <dgm:t>
        <a:bodyPr/>
        <a:lstStyle/>
        <a:p>
          <a:r>
            <a:rPr lang="en-US" sz="1500" b="1" dirty="0">
              <a:latin typeface="Calisto MT" panose="02040603050505030304" pitchFamily="18" charset="0"/>
            </a:rPr>
            <a:t>Application of Computer Vision in HCI</a:t>
          </a:r>
          <a:endParaRPr lang="en-IN" sz="1500" dirty="0">
            <a:latin typeface="Calisto MT" panose="02040603050505030304" pitchFamily="18" charset="0"/>
          </a:endParaRPr>
        </a:p>
      </dgm:t>
    </dgm:pt>
    <dgm:pt modelId="{B4BB9B92-CC61-4D03-877E-8DD05EAE5538}" type="parTrans" cxnId="{D060AC5B-EF98-4354-BB2F-2882A0AC52D6}">
      <dgm:prSet/>
      <dgm:spPr/>
      <dgm:t>
        <a:bodyPr/>
        <a:lstStyle/>
        <a:p>
          <a:endParaRPr lang="en-IN"/>
        </a:p>
      </dgm:t>
    </dgm:pt>
    <dgm:pt modelId="{E2EAC44A-7A72-4013-B228-7EB9F080396F}" type="sibTrans" cxnId="{D060AC5B-EF98-4354-BB2F-2882A0AC52D6}">
      <dgm:prSet/>
      <dgm:spPr/>
      <dgm:t>
        <a:bodyPr/>
        <a:lstStyle/>
        <a:p>
          <a:endParaRPr lang="en-IN"/>
        </a:p>
      </dgm:t>
    </dgm:pt>
    <dgm:pt modelId="{57C0C1B5-787D-4684-B732-6C2B0A785040}">
      <dgm:prSet custT="1"/>
      <dgm:spPr/>
      <dgm:t>
        <a:bodyPr/>
        <a:lstStyle/>
        <a:p>
          <a:r>
            <a:rPr lang="en-US" sz="1500" b="1" dirty="0">
              <a:latin typeface="Calisto MT" panose="02040603050505030304" pitchFamily="18" charset="0"/>
            </a:rPr>
            <a:t>Research concludes that various vision-based systems have the potential to track hands for interaction, but the vast majority of studies remain either conceptual or in the experimental phase.</a:t>
          </a:r>
          <a:endParaRPr lang="en-IN" sz="1500" dirty="0">
            <a:latin typeface="Calisto MT" panose="02040603050505030304" pitchFamily="18" charset="0"/>
          </a:endParaRPr>
        </a:p>
      </dgm:t>
    </dgm:pt>
    <dgm:pt modelId="{CD683965-4A9F-4E8A-A859-805B8360DD46}" type="parTrans" cxnId="{4C056D21-2E15-4844-B146-FB8F7C256DB4}">
      <dgm:prSet/>
      <dgm:spPr/>
      <dgm:t>
        <a:bodyPr/>
        <a:lstStyle/>
        <a:p>
          <a:endParaRPr lang="en-IN"/>
        </a:p>
      </dgm:t>
    </dgm:pt>
    <dgm:pt modelId="{EFE5B6A9-0607-4B97-B14B-71245C073F49}" type="sibTrans" cxnId="{4C056D21-2E15-4844-B146-FB8F7C256DB4}">
      <dgm:prSet/>
      <dgm:spPr/>
      <dgm:t>
        <a:bodyPr/>
        <a:lstStyle/>
        <a:p>
          <a:endParaRPr lang="en-IN"/>
        </a:p>
      </dgm:t>
    </dgm:pt>
    <dgm:pt modelId="{A31D46FB-2F65-4AA0-8558-5D738D9C184B}">
      <dgm:prSet custT="1"/>
      <dgm:spPr/>
      <dgm:t>
        <a:bodyPr/>
        <a:lstStyle/>
        <a:p>
          <a:r>
            <a:rPr lang="en-US" sz="1500" b="1" dirty="0">
              <a:latin typeface="Calisto MT" panose="02040603050505030304" pitchFamily="18" charset="0"/>
            </a:rPr>
            <a:t>Adoption of </a:t>
          </a:r>
          <a:r>
            <a:rPr lang="en-US" sz="1500" b="1" dirty="0" err="1">
              <a:latin typeface="Calisto MT" panose="02040603050505030304" pitchFamily="18" charset="0"/>
            </a:rPr>
            <a:t>MediaPipe</a:t>
          </a:r>
          <a:r>
            <a:rPr lang="en-US" sz="1500" b="1" dirty="0">
              <a:latin typeface="Calisto MT" panose="02040603050505030304" pitchFamily="18" charset="0"/>
            </a:rPr>
            <a:t> and OpenCV </a:t>
          </a:r>
          <a:endParaRPr lang="en-IN" sz="1500" dirty="0">
            <a:latin typeface="Calisto MT" panose="02040603050505030304" pitchFamily="18" charset="0"/>
          </a:endParaRPr>
        </a:p>
      </dgm:t>
    </dgm:pt>
    <dgm:pt modelId="{7C3713F6-6E03-43BD-B7F7-7CF4A7987B47}" type="parTrans" cxnId="{C06138D4-5611-4F9C-8972-72F2E7A30F91}">
      <dgm:prSet/>
      <dgm:spPr/>
      <dgm:t>
        <a:bodyPr/>
        <a:lstStyle/>
        <a:p>
          <a:endParaRPr lang="en-IN"/>
        </a:p>
      </dgm:t>
    </dgm:pt>
    <dgm:pt modelId="{0F3D1D2C-1FF8-403D-9B24-28D1D1E94A51}" type="sibTrans" cxnId="{C06138D4-5611-4F9C-8972-72F2E7A30F91}">
      <dgm:prSet/>
      <dgm:spPr/>
      <dgm:t>
        <a:bodyPr/>
        <a:lstStyle/>
        <a:p>
          <a:endParaRPr lang="en-IN"/>
        </a:p>
      </dgm:t>
    </dgm:pt>
    <dgm:pt modelId="{A85BC1A2-4F5A-4AD9-83B6-BBB98CF4066E}">
      <dgm:prSet custT="1"/>
      <dgm:spPr/>
      <dgm:t>
        <a:bodyPr/>
        <a:lstStyle/>
        <a:p>
          <a:r>
            <a:rPr lang="en-US" sz="1500" b="1" dirty="0">
              <a:latin typeface="Calisto MT" panose="02040603050505030304" pitchFamily="18" charset="0"/>
            </a:rPr>
            <a:t>These frameworks provide landmark-based hand tracking.</a:t>
          </a:r>
          <a:endParaRPr lang="en-IN" sz="1500" dirty="0">
            <a:latin typeface="Calisto MT" panose="02040603050505030304" pitchFamily="18" charset="0"/>
          </a:endParaRPr>
        </a:p>
      </dgm:t>
    </dgm:pt>
    <dgm:pt modelId="{360FB10D-EFA9-4666-A863-0822B6BF5901}" type="parTrans" cxnId="{8FBFB738-D896-434E-A32F-4E3824B37273}">
      <dgm:prSet/>
      <dgm:spPr/>
      <dgm:t>
        <a:bodyPr/>
        <a:lstStyle/>
        <a:p>
          <a:endParaRPr lang="en-IN"/>
        </a:p>
      </dgm:t>
    </dgm:pt>
    <dgm:pt modelId="{592E27FE-6D80-4BFC-AF16-82CDDA28FEE2}" type="sibTrans" cxnId="{8FBFB738-D896-434E-A32F-4E3824B37273}">
      <dgm:prSet/>
      <dgm:spPr/>
      <dgm:t>
        <a:bodyPr/>
        <a:lstStyle/>
        <a:p>
          <a:endParaRPr lang="en-IN"/>
        </a:p>
      </dgm:t>
    </dgm:pt>
    <dgm:pt modelId="{43D1D866-CFDB-4567-9975-F6CF2CBCE0B9}">
      <dgm:prSet custT="1"/>
      <dgm:spPr/>
      <dgm:t>
        <a:bodyPr/>
        <a:lstStyle/>
        <a:p>
          <a:r>
            <a:rPr lang="en-US" sz="1500" b="1" dirty="0">
              <a:latin typeface="Calisto MT" panose="02040603050505030304" pitchFamily="18" charset="0"/>
            </a:rPr>
            <a:t>These were useful in demonstration scenarios, but we did not yet reach a level of maturity to be consistently used as a stand-in for mouse input on a day-to-day basis. </a:t>
          </a:r>
          <a:endParaRPr lang="en-IN" sz="1500" dirty="0">
            <a:latin typeface="Calisto MT" panose="02040603050505030304" pitchFamily="18" charset="0"/>
          </a:endParaRPr>
        </a:p>
      </dgm:t>
    </dgm:pt>
    <dgm:pt modelId="{84BA0315-855A-4618-A456-2FCBC32A63C3}" type="parTrans" cxnId="{28F1E440-E057-411A-B922-08F896AF6B06}">
      <dgm:prSet/>
      <dgm:spPr/>
      <dgm:t>
        <a:bodyPr/>
        <a:lstStyle/>
        <a:p>
          <a:endParaRPr lang="en-IN"/>
        </a:p>
      </dgm:t>
    </dgm:pt>
    <dgm:pt modelId="{B6F0427F-E06B-47EF-B76F-EB2D8EC092F4}" type="sibTrans" cxnId="{28F1E440-E057-411A-B922-08F896AF6B06}">
      <dgm:prSet/>
      <dgm:spPr/>
      <dgm:t>
        <a:bodyPr/>
        <a:lstStyle/>
        <a:p>
          <a:endParaRPr lang="en-IN"/>
        </a:p>
      </dgm:t>
    </dgm:pt>
    <dgm:pt modelId="{65432C4E-E1B1-4FE4-ACDE-CF6AC8DC8D19}">
      <dgm:prSet custT="1"/>
      <dgm:spPr/>
      <dgm:t>
        <a:bodyPr/>
        <a:lstStyle/>
        <a:p>
          <a:r>
            <a:rPr lang="en-IN" sz="1500" b="1" dirty="0">
              <a:latin typeface="Calisto MT" panose="02040603050505030304" pitchFamily="18" charset="0"/>
            </a:rPr>
            <a:t>Problems with Early Prototypes</a:t>
          </a:r>
          <a:endParaRPr lang="en-IN" sz="1500" dirty="0">
            <a:latin typeface="Calisto MT" panose="02040603050505030304" pitchFamily="18" charset="0"/>
          </a:endParaRPr>
        </a:p>
      </dgm:t>
    </dgm:pt>
    <dgm:pt modelId="{8B881422-99B1-4007-B72F-642F9B4CFB5E}" type="parTrans" cxnId="{9C590943-D1B4-430E-9E2A-6E6BD11781A4}">
      <dgm:prSet/>
      <dgm:spPr/>
      <dgm:t>
        <a:bodyPr/>
        <a:lstStyle/>
        <a:p>
          <a:endParaRPr lang="en-IN"/>
        </a:p>
      </dgm:t>
    </dgm:pt>
    <dgm:pt modelId="{0272AAC2-85B4-4132-B90F-F5DE01A7E574}" type="sibTrans" cxnId="{9C590943-D1B4-430E-9E2A-6E6BD11781A4}">
      <dgm:prSet/>
      <dgm:spPr/>
      <dgm:t>
        <a:bodyPr/>
        <a:lstStyle/>
        <a:p>
          <a:endParaRPr lang="en-IN"/>
        </a:p>
      </dgm:t>
    </dgm:pt>
    <dgm:pt modelId="{E7354908-B273-4A88-876E-7EE782BB4DF3}">
      <dgm:prSet custT="1"/>
      <dgm:spPr/>
      <dgm:t>
        <a:bodyPr/>
        <a:lstStyle/>
        <a:p>
          <a:r>
            <a:rPr lang="en-US" sz="1500" b="1" dirty="0">
              <a:latin typeface="Calisto MT" panose="02040603050505030304" pitchFamily="18" charset="0"/>
            </a:rPr>
            <a:t>All of the systems had frame drop issues when performed on normal consumer-grade hardware. </a:t>
          </a:r>
          <a:endParaRPr lang="en-IN" sz="1500" dirty="0">
            <a:latin typeface="Calisto MT" panose="02040603050505030304" pitchFamily="18" charset="0"/>
          </a:endParaRPr>
        </a:p>
      </dgm:t>
    </dgm:pt>
    <dgm:pt modelId="{62B6E426-2BB7-4736-A819-7E6A31D6F6AA}" type="parTrans" cxnId="{1B7395F4-760C-4000-BBDA-41380F6516FB}">
      <dgm:prSet/>
      <dgm:spPr/>
      <dgm:t>
        <a:bodyPr/>
        <a:lstStyle/>
        <a:p>
          <a:endParaRPr lang="en-IN"/>
        </a:p>
      </dgm:t>
    </dgm:pt>
    <dgm:pt modelId="{B5B158DB-9425-4E1E-BC6E-C959A87957D3}" type="sibTrans" cxnId="{1B7395F4-760C-4000-BBDA-41380F6516FB}">
      <dgm:prSet/>
      <dgm:spPr/>
      <dgm:t>
        <a:bodyPr/>
        <a:lstStyle/>
        <a:p>
          <a:endParaRPr lang="en-IN"/>
        </a:p>
      </dgm:t>
    </dgm:pt>
    <dgm:pt modelId="{0699D2FE-1CBE-40AC-8693-506A9E62E772}">
      <dgm:prSet custT="1"/>
      <dgm:spPr/>
      <dgm:t>
        <a:bodyPr/>
        <a:lstStyle/>
        <a:p>
          <a:r>
            <a:rPr lang="en-US" sz="1500" b="1" dirty="0">
              <a:latin typeface="Calisto MT" panose="02040603050505030304" pitchFamily="18" charset="0"/>
            </a:rPr>
            <a:t>The aura of the gestures required very specific conditions in the background to be detected.</a:t>
          </a:r>
          <a:endParaRPr lang="en-IN" sz="1500" dirty="0">
            <a:latin typeface="Calisto MT" panose="02040603050505030304" pitchFamily="18" charset="0"/>
          </a:endParaRPr>
        </a:p>
      </dgm:t>
    </dgm:pt>
    <dgm:pt modelId="{10F04A93-D8A2-48E7-8AB2-FA3894B39F24}" type="parTrans" cxnId="{8F171807-90EF-4FB1-9CE3-4B0CE7C47586}">
      <dgm:prSet/>
      <dgm:spPr/>
      <dgm:t>
        <a:bodyPr/>
        <a:lstStyle/>
        <a:p>
          <a:endParaRPr lang="en-IN"/>
        </a:p>
      </dgm:t>
    </dgm:pt>
    <dgm:pt modelId="{1A57AD44-32F7-4454-876D-5631102CFA87}" type="sibTrans" cxnId="{8F171807-90EF-4FB1-9CE3-4B0CE7C47586}">
      <dgm:prSet/>
      <dgm:spPr/>
      <dgm:t>
        <a:bodyPr/>
        <a:lstStyle/>
        <a:p>
          <a:endParaRPr lang="en-IN"/>
        </a:p>
      </dgm:t>
    </dgm:pt>
    <dgm:pt modelId="{17BFE43A-8375-4A13-8A65-305111C7E773}">
      <dgm:prSet custT="1"/>
      <dgm:spPr/>
      <dgm:t>
        <a:bodyPr/>
        <a:lstStyle/>
        <a:p>
          <a:r>
            <a:rPr lang="en-US" sz="1500" b="1" dirty="0">
              <a:latin typeface="Calisto MT" panose="02040603050505030304" pitchFamily="18" charset="0"/>
            </a:rPr>
            <a:t>Click and drag tasks were often unreliable to complete. </a:t>
          </a:r>
          <a:endParaRPr lang="en-IN" sz="1500" dirty="0">
            <a:latin typeface="Calisto MT" panose="02040603050505030304" pitchFamily="18" charset="0"/>
          </a:endParaRPr>
        </a:p>
      </dgm:t>
    </dgm:pt>
    <dgm:pt modelId="{65066B7B-6F64-4656-B800-A0924DFE0328}" type="parTrans" cxnId="{7ECC468A-03CE-4752-8D29-548556BE0CFF}">
      <dgm:prSet/>
      <dgm:spPr/>
      <dgm:t>
        <a:bodyPr/>
        <a:lstStyle/>
        <a:p>
          <a:endParaRPr lang="en-IN"/>
        </a:p>
      </dgm:t>
    </dgm:pt>
    <dgm:pt modelId="{8E5EA963-C6A2-400A-AEE1-871E19DF5399}" type="sibTrans" cxnId="{7ECC468A-03CE-4752-8D29-548556BE0CFF}">
      <dgm:prSet/>
      <dgm:spPr/>
      <dgm:t>
        <a:bodyPr/>
        <a:lstStyle/>
        <a:p>
          <a:endParaRPr lang="en-IN"/>
        </a:p>
      </dgm:t>
    </dgm:pt>
    <dgm:pt modelId="{489D57BD-25FC-40FA-B953-32E99EABB9EA}">
      <dgm:prSet custT="1"/>
      <dgm:spPr/>
      <dgm:t>
        <a:bodyPr/>
        <a:lstStyle/>
        <a:p>
          <a:r>
            <a:rPr lang="en-IN" sz="1500" b="1" dirty="0">
              <a:latin typeface="Calisto MT" panose="02040603050505030304" pitchFamily="18" charset="0"/>
            </a:rPr>
            <a:t>Gap Identified</a:t>
          </a:r>
          <a:endParaRPr lang="en-IN" sz="1500" dirty="0">
            <a:latin typeface="Calisto MT" panose="02040603050505030304" pitchFamily="18" charset="0"/>
          </a:endParaRPr>
        </a:p>
      </dgm:t>
    </dgm:pt>
    <dgm:pt modelId="{8758E329-FDA9-4F91-9A76-D68861273B80}" type="parTrans" cxnId="{B1FC20CE-5119-4D92-9217-2F86EACEAD70}">
      <dgm:prSet/>
      <dgm:spPr/>
      <dgm:t>
        <a:bodyPr/>
        <a:lstStyle/>
        <a:p>
          <a:endParaRPr lang="en-IN"/>
        </a:p>
      </dgm:t>
    </dgm:pt>
    <dgm:pt modelId="{31FB583C-6D68-4A48-9C69-635DCBEEA0D5}" type="sibTrans" cxnId="{B1FC20CE-5119-4D92-9217-2F86EACEAD70}">
      <dgm:prSet/>
      <dgm:spPr/>
      <dgm:t>
        <a:bodyPr/>
        <a:lstStyle/>
        <a:p>
          <a:endParaRPr lang="en-IN"/>
        </a:p>
      </dgm:t>
    </dgm:pt>
    <dgm:pt modelId="{3F8BCFDC-D3A7-4913-B6EA-8466A00C7D4C}">
      <dgm:prSet custT="1"/>
      <dgm:spPr/>
      <dgm:t>
        <a:bodyPr/>
        <a:lstStyle/>
        <a:p>
          <a:r>
            <a:rPr lang="en-US" sz="1500" b="1" dirty="0">
              <a:latin typeface="Calisto MT" panose="02040603050505030304" pitchFamily="18" charset="0"/>
            </a:rPr>
            <a:t>The literature consistently states that robustness and adaptability were prior concerns with gesture-based mouse implementations</a:t>
          </a:r>
          <a:br>
            <a:rPr lang="en-US" sz="1500" b="1" dirty="0"/>
          </a:br>
          <a:br>
            <a:rPr lang="en-US" sz="1500" b="1" dirty="0"/>
          </a:br>
          <a:endParaRPr lang="en-IN" sz="1500" dirty="0"/>
        </a:p>
      </dgm:t>
    </dgm:pt>
    <dgm:pt modelId="{2961DCC1-C441-4FF4-BD6F-F17E932B0801}" type="parTrans" cxnId="{9464679D-7637-4801-BAA8-34B7A4538173}">
      <dgm:prSet/>
      <dgm:spPr/>
      <dgm:t>
        <a:bodyPr/>
        <a:lstStyle/>
        <a:p>
          <a:endParaRPr lang="en-IN"/>
        </a:p>
      </dgm:t>
    </dgm:pt>
    <dgm:pt modelId="{E195269B-2D19-471B-B121-5C1CE769F1D1}" type="sibTrans" cxnId="{9464679D-7637-4801-BAA8-34B7A4538173}">
      <dgm:prSet/>
      <dgm:spPr/>
      <dgm:t>
        <a:bodyPr/>
        <a:lstStyle/>
        <a:p>
          <a:endParaRPr lang="en-IN"/>
        </a:p>
      </dgm:t>
    </dgm:pt>
    <dgm:pt modelId="{22CD9788-1434-40BE-B7B8-4872E7113B76}" type="pres">
      <dgm:prSet presAssocID="{1E876AC1-8BCC-40AF-947E-5CA454008279}" presName="Name0" presStyleCnt="0">
        <dgm:presLayoutVars>
          <dgm:dir/>
          <dgm:animLvl val="lvl"/>
          <dgm:resizeHandles val="exact"/>
        </dgm:presLayoutVars>
      </dgm:prSet>
      <dgm:spPr/>
    </dgm:pt>
    <dgm:pt modelId="{61309C6E-D6B5-467F-A46D-0AC2FA1AB42C}" type="pres">
      <dgm:prSet presAssocID="{BCF117AD-2862-41DD-89BF-B68B17D46820}" presName="composite" presStyleCnt="0"/>
      <dgm:spPr/>
    </dgm:pt>
    <dgm:pt modelId="{7F5E7A3E-7F7D-4F0F-B558-6385FF1A60F1}" type="pres">
      <dgm:prSet presAssocID="{BCF117AD-2862-41DD-89BF-B68B17D46820}" presName="parTx" presStyleLbl="alignNode1" presStyleIdx="0" presStyleCnt="4">
        <dgm:presLayoutVars>
          <dgm:chMax val="0"/>
          <dgm:chPref val="0"/>
          <dgm:bulletEnabled val="1"/>
        </dgm:presLayoutVars>
      </dgm:prSet>
      <dgm:spPr/>
    </dgm:pt>
    <dgm:pt modelId="{621B87D7-8A90-4E7B-8452-172565EB0462}" type="pres">
      <dgm:prSet presAssocID="{BCF117AD-2862-41DD-89BF-B68B17D46820}" presName="desTx" presStyleLbl="alignAccFollowNode1" presStyleIdx="0" presStyleCnt="4">
        <dgm:presLayoutVars>
          <dgm:bulletEnabled val="1"/>
        </dgm:presLayoutVars>
      </dgm:prSet>
      <dgm:spPr/>
    </dgm:pt>
    <dgm:pt modelId="{E75639C3-1053-4E57-A6F0-BCD384939BAD}" type="pres">
      <dgm:prSet presAssocID="{E2EAC44A-7A72-4013-B228-7EB9F080396F}" presName="space" presStyleCnt="0"/>
      <dgm:spPr/>
    </dgm:pt>
    <dgm:pt modelId="{E11E7178-9C54-40EB-AE4C-39321FD483FD}" type="pres">
      <dgm:prSet presAssocID="{A31D46FB-2F65-4AA0-8558-5D738D9C184B}" presName="composite" presStyleCnt="0"/>
      <dgm:spPr/>
    </dgm:pt>
    <dgm:pt modelId="{1D2610B6-0CE5-44A9-9C07-D6B4C887A131}" type="pres">
      <dgm:prSet presAssocID="{A31D46FB-2F65-4AA0-8558-5D738D9C184B}" presName="parTx" presStyleLbl="alignNode1" presStyleIdx="1" presStyleCnt="4">
        <dgm:presLayoutVars>
          <dgm:chMax val="0"/>
          <dgm:chPref val="0"/>
          <dgm:bulletEnabled val="1"/>
        </dgm:presLayoutVars>
      </dgm:prSet>
      <dgm:spPr/>
    </dgm:pt>
    <dgm:pt modelId="{652AA145-75F1-4B1A-BAFA-AE37E9082277}" type="pres">
      <dgm:prSet presAssocID="{A31D46FB-2F65-4AA0-8558-5D738D9C184B}" presName="desTx" presStyleLbl="alignAccFollowNode1" presStyleIdx="1" presStyleCnt="4">
        <dgm:presLayoutVars>
          <dgm:bulletEnabled val="1"/>
        </dgm:presLayoutVars>
      </dgm:prSet>
      <dgm:spPr/>
    </dgm:pt>
    <dgm:pt modelId="{2068C76E-CD74-40AC-9FF3-8C910F907445}" type="pres">
      <dgm:prSet presAssocID="{0F3D1D2C-1FF8-403D-9B24-28D1D1E94A51}" presName="space" presStyleCnt="0"/>
      <dgm:spPr/>
    </dgm:pt>
    <dgm:pt modelId="{08A3D2C0-06E3-4258-AD58-1E6A64195991}" type="pres">
      <dgm:prSet presAssocID="{65432C4E-E1B1-4FE4-ACDE-CF6AC8DC8D19}" presName="composite" presStyleCnt="0"/>
      <dgm:spPr/>
    </dgm:pt>
    <dgm:pt modelId="{3745E9B7-29DE-4FEE-899E-4E5CBFF96D09}" type="pres">
      <dgm:prSet presAssocID="{65432C4E-E1B1-4FE4-ACDE-CF6AC8DC8D19}" presName="parTx" presStyleLbl="alignNode1" presStyleIdx="2" presStyleCnt="4">
        <dgm:presLayoutVars>
          <dgm:chMax val="0"/>
          <dgm:chPref val="0"/>
          <dgm:bulletEnabled val="1"/>
        </dgm:presLayoutVars>
      </dgm:prSet>
      <dgm:spPr/>
    </dgm:pt>
    <dgm:pt modelId="{EDFD388A-2028-4160-B43A-E09A434FEBC8}" type="pres">
      <dgm:prSet presAssocID="{65432C4E-E1B1-4FE4-ACDE-CF6AC8DC8D19}" presName="desTx" presStyleLbl="alignAccFollowNode1" presStyleIdx="2" presStyleCnt="4">
        <dgm:presLayoutVars>
          <dgm:bulletEnabled val="1"/>
        </dgm:presLayoutVars>
      </dgm:prSet>
      <dgm:spPr/>
    </dgm:pt>
    <dgm:pt modelId="{570B557A-5585-449B-841D-3BC495F13491}" type="pres">
      <dgm:prSet presAssocID="{0272AAC2-85B4-4132-B90F-F5DE01A7E574}" presName="space" presStyleCnt="0"/>
      <dgm:spPr/>
    </dgm:pt>
    <dgm:pt modelId="{D61D3536-9567-4AB0-8419-6A97F8388C8B}" type="pres">
      <dgm:prSet presAssocID="{489D57BD-25FC-40FA-B953-32E99EABB9EA}" presName="composite" presStyleCnt="0"/>
      <dgm:spPr/>
    </dgm:pt>
    <dgm:pt modelId="{D4FC23BB-5EE0-4670-8FA4-8FB0C2E16C72}" type="pres">
      <dgm:prSet presAssocID="{489D57BD-25FC-40FA-B953-32E99EABB9EA}" presName="parTx" presStyleLbl="alignNode1" presStyleIdx="3" presStyleCnt="4" custLinFactNeighborX="-418" custLinFactNeighborY="-4178">
        <dgm:presLayoutVars>
          <dgm:chMax val="0"/>
          <dgm:chPref val="0"/>
          <dgm:bulletEnabled val="1"/>
        </dgm:presLayoutVars>
      </dgm:prSet>
      <dgm:spPr/>
    </dgm:pt>
    <dgm:pt modelId="{90F24B92-F78F-47F7-836F-78801BEE242A}" type="pres">
      <dgm:prSet presAssocID="{489D57BD-25FC-40FA-B953-32E99EABB9EA}" presName="desTx" presStyleLbl="alignAccFollowNode1" presStyleIdx="3" presStyleCnt="4">
        <dgm:presLayoutVars>
          <dgm:bulletEnabled val="1"/>
        </dgm:presLayoutVars>
      </dgm:prSet>
      <dgm:spPr/>
    </dgm:pt>
  </dgm:ptLst>
  <dgm:cxnLst>
    <dgm:cxn modelId="{8F171807-90EF-4FB1-9CE3-4B0CE7C47586}" srcId="{65432C4E-E1B1-4FE4-ACDE-CF6AC8DC8D19}" destId="{0699D2FE-1CBE-40AC-8693-506A9E62E772}" srcOrd="1" destOrd="0" parTransId="{10F04A93-D8A2-48E7-8AB2-FA3894B39F24}" sibTransId="{1A57AD44-32F7-4454-876D-5631102CFA87}"/>
    <dgm:cxn modelId="{421E0B0A-0C5B-4D21-8C01-90EEE06930C2}" type="presOf" srcId="{1E876AC1-8BCC-40AF-947E-5CA454008279}" destId="{22CD9788-1434-40BE-B7B8-4872E7113B76}" srcOrd="0" destOrd="0" presId="urn:microsoft.com/office/officeart/2005/8/layout/hList1"/>
    <dgm:cxn modelId="{45E49B0C-CE51-4832-888C-D96A0948F064}" type="presOf" srcId="{17BFE43A-8375-4A13-8A65-305111C7E773}" destId="{EDFD388A-2028-4160-B43A-E09A434FEBC8}" srcOrd="0" destOrd="2" presId="urn:microsoft.com/office/officeart/2005/8/layout/hList1"/>
    <dgm:cxn modelId="{4C056D21-2E15-4844-B146-FB8F7C256DB4}" srcId="{BCF117AD-2862-41DD-89BF-B68B17D46820}" destId="{57C0C1B5-787D-4684-B732-6C2B0A785040}" srcOrd="0" destOrd="0" parTransId="{CD683965-4A9F-4E8A-A859-805B8360DD46}" sibTransId="{EFE5B6A9-0607-4B97-B14B-71245C073F49}"/>
    <dgm:cxn modelId="{67A82723-357B-4397-AD4A-68C3B9AD6E8A}" type="presOf" srcId="{3F8BCFDC-D3A7-4913-B6EA-8466A00C7D4C}" destId="{90F24B92-F78F-47F7-836F-78801BEE242A}" srcOrd="0" destOrd="0" presId="urn:microsoft.com/office/officeart/2005/8/layout/hList1"/>
    <dgm:cxn modelId="{5F7AEA23-BC3B-4232-934D-887024662B8B}" type="presOf" srcId="{489D57BD-25FC-40FA-B953-32E99EABB9EA}" destId="{D4FC23BB-5EE0-4670-8FA4-8FB0C2E16C72}" srcOrd="0" destOrd="0" presId="urn:microsoft.com/office/officeart/2005/8/layout/hList1"/>
    <dgm:cxn modelId="{8FBFB738-D896-434E-A32F-4E3824B37273}" srcId="{A31D46FB-2F65-4AA0-8558-5D738D9C184B}" destId="{A85BC1A2-4F5A-4AD9-83B6-BBB98CF4066E}" srcOrd="0" destOrd="0" parTransId="{360FB10D-EFA9-4666-A863-0822B6BF5901}" sibTransId="{592E27FE-6D80-4BFC-AF16-82CDDA28FEE2}"/>
    <dgm:cxn modelId="{28F1E440-E057-411A-B922-08F896AF6B06}" srcId="{A31D46FB-2F65-4AA0-8558-5D738D9C184B}" destId="{43D1D866-CFDB-4567-9975-F6CF2CBCE0B9}" srcOrd="1" destOrd="0" parTransId="{84BA0315-855A-4618-A456-2FCBC32A63C3}" sibTransId="{B6F0427F-E06B-47EF-B76F-EB2D8EC092F4}"/>
    <dgm:cxn modelId="{D060AC5B-EF98-4354-BB2F-2882A0AC52D6}" srcId="{1E876AC1-8BCC-40AF-947E-5CA454008279}" destId="{BCF117AD-2862-41DD-89BF-B68B17D46820}" srcOrd="0" destOrd="0" parTransId="{B4BB9B92-CC61-4D03-877E-8DD05EAE5538}" sibTransId="{E2EAC44A-7A72-4013-B228-7EB9F080396F}"/>
    <dgm:cxn modelId="{B4A6BD5B-9D7F-4A08-8F51-35BAEB643484}" type="presOf" srcId="{0699D2FE-1CBE-40AC-8693-506A9E62E772}" destId="{EDFD388A-2028-4160-B43A-E09A434FEBC8}" srcOrd="0" destOrd="1" presId="urn:microsoft.com/office/officeart/2005/8/layout/hList1"/>
    <dgm:cxn modelId="{9C590943-D1B4-430E-9E2A-6E6BD11781A4}" srcId="{1E876AC1-8BCC-40AF-947E-5CA454008279}" destId="{65432C4E-E1B1-4FE4-ACDE-CF6AC8DC8D19}" srcOrd="2" destOrd="0" parTransId="{8B881422-99B1-4007-B72F-642F9B4CFB5E}" sibTransId="{0272AAC2-85B4-4132-B90F-F5DE01A7E574}"/>
    <dgm:cxn modelId="{0132456C-B0F1-4838-9C8E-AC456F3AEAAA}" type="presOf" srcId="{57C0C1B5-787D-4684-B732-6C2B0A785040}" destId="{621B87D7-8A90-4E7B-8452-172565EB0462}" srcOrd="0" destOrd="0" presId="urn:microsoft.com/office/officeart/2005/8/layout/hList1"/>
    <dgm:cxn modelId="{5E6C4E81-29A7-46C6-9247-09D45E0AFF0A}" type="presOf" srcId="{43D1D866-CFDB-4567-9975-F6CF2CBCE0B9}" destId="{652AA145-75F1-4B1A-BAFA-AE37E9082277}" srcOrd="0" destOrd="1" presId="urn:microsoft.com/office/officeart/2005/8/layout/hList1"/>
    <dgm:cxn modelId="{7ECC468A-03CE-4752-8D29-548556BE0CFF}" srcId="{65432C4E-E1B1-4FE4-ACDE-CF6AC8DC8D19}" destId="{17BFE43A-8375-4A13-8A65-305111C7E773}" srcOrd="2" destOrd="0" parTransId="{65066B7B-6F64-4656-B800-A0924DFE0328}" sibTransId="{8E5EA963-C6A2-400A-AEE1-871E19DF5399}"/>
    <dgm:cxn modelId="{24E7DD98-5480-4F53-A54B-B8AFF94E6286}" type="presOf" srcId="{A85BC1A2-4F5A-4AD9-83B6-BBB98CF4066E}" destId="{652AA145-75F1-4B1A-BAFA-AE37E9082277}" srcOrd="0" destOrd="0" presId="urn:microsoft.com/office/officeart/2005/8/layout/hList1"/>
    <dgm:cxn modelId="{9464679D-7637-4801-BAA8-34B7A4538173}" srcId="{489D57BD-25FC-40FA-B953-32E99EABB9EA}" destId="{3F8BCFDC-D3A7-4913-B6EA-8466A00C7D4C}" srcOrd="0" destOrd="0" parTransId="{2961DCC1-C441-4FF4-BD6F-F17E932B0801}" sibTransId="{E195269B-2D19-471B-B121-5C1CE769F1D1}"/>
    <dgm:cxn modelId="{5C5C60AF-FCA7-4582-AE93-E804CA881CFF}" type="presOf" srcId="{BCF117AD-2862-41DD-89BF-B68B17D46820}" destId="{7F5E7A3E-7F7D-4F0F-B558-6385FF1A60F1}" srcOrd="0" destOrd="0" presId="urn:microsoft.com/office/officeart/2005/8/layout/hList1"/>
    <dgm:cxn modelId="{47C352BC-DA17-45C4-AAF1-068A64450FDB}" type="presOf" srcId="{E7354908-B273-4A88-876E-7EE782BB4DF3}" destId="{EDFD388A-2028-4160-B43A-E09A434FEBC8}" srcOrd="0" destOrd="0" presId="urn:microsoft.com/office/officeart/2005/8/layout/hList1"/>
    <dgm:cxn modelId="{B1FC20CE-5119-4D92-9217-2F86EACEAD70}" srcId="{1E876AC1-8BCC-40AF-947E-5CA454008279}" destId="{489D57BD-25FC-40FA-B953-32E99EABB9EA}" srcOrd="3" destOrd="0" parTransId="{8758E329-FDA9-4F91-9A76-D68861273B80}" sibTransId="{31FB583C-6D68-4A48-9C69-635DCBEEA0D5}"/>
    <dgm:cxn modelId="{C06138D4-5611-4F9C-8972-72F2E7A30F91}" srcId="{1E876AC1-8BCC-40AF-947E-5CA454008279}" destId="{A31D46FB-2F65-4AA0-8558-5D738D9C184B}" srcOrd="1" destOrd="0" parTransId="{7C3713F6-6E03-43BD-B7F7-7CF4A7987B47}" sibTransId="{0F3D1D2C-1FF8-403D-9B24-28D1D1E94A51}"/>
    <dgm:cxn modelId="{EAAD26DE-F640-4136-B11B-F38ED0D34713}" type="presOf" srcId="{A31D46FB-2F65-4AA0-8558-5D738D9C184B}" destId="{1D2610B6-0CE5-44A9-9C07-D6B4C887A131}" srcOrd="0" destOrd="0" presId="urn:microsoft.com/office/officeart/2005/8/layout/hList1"/>
    <dgm:cxn modelId="{1B7395F4-760C-4000-BBDA-41380F6516FB}" srcId="{65432C4E-E1B1-4FE4-ACDE-CF6AC8DC8D19}" destId="{E7354908-B273-4A88-876E-7EE782BB4DF3}" srcOrd="0" destOrd="0" parTransId="{62B6E426-2BB7-4736-A819-7E6A31D6F6AA}" sibTransId="{B5B158DB-9425-4E1E-BC6E-C959A87957D3}"/>
    <dgm:cxn modelId="{E030BDFF-2965-4F4F-A2C2-87E13AEE8B46}" type="presOf" srcId="{65432C4E-E1B1-4FE4-ACDE-CF6AC8DC8D19}" destId="{3745E9B7-29DE-4FEE-899E-4E5CBFF96D09}" srcOrd="0" destOrd="0" presId="urn:microsoft.com/office/officeart/2005/8/layout/hList1"/>
    <dgm:cxn modelId="{A4CEB289-C78A-432A-B93A-1A10B37A6AF3}" type="presParOf" srcId="{22CD9788-1434-40BE-B7B8-4872E7113B76}" destId="{61309C6E-D6B5-467F-A46D-0AC2FA1AB42C}" srcOrd="0" destOrd="0" presId="urn:microsoft.com/office/officeart/2005/8/layout/hList1"/>
    <dgm:cxn modelId="{2A8F11AB-8A5E-42B8-88BE-6F244224CEFF}" type="presParOf" srcId="{61309C6E-D6B5-467F-A46D-0AC2FA1AB42C}" destId="{7F5E7A3E-7F7D-4F0F-B558-6385FF1A60F1}" srcOrd="0" destOrd="0" presId="urn:microsoft.com/office/officeart/2005/8/layout/hList1"/>
    <dgm:cxn modelId="{7B4C192A-3B63-410B-9A4C-200858312BEB}" type="presParOf" srcId="{61309C6E-D6B5-467F-A46D-0AC2FA1AB42C}" destId="{621B87D7-8A90-4E7B-8452-172565EB0462}" srcOrd="1" destOrd="0" presId="urn:microsoft.com/office/officeart/2005/8/layout/hList1"/>
    <dgm:cxn modelId="{C7DC9482-D1F6-4E01-9508-11C1E1A355B1}" type="presParOf" srcId="{22CD9788-1434-40BE-B7B8-4872E7113B76}" destId="{E75639C3-1053-4E57-A6F0-BCD384939BAD}" srcOrd="1" destOrd="0" presId="urn:microsoft.com/office/officeart/2005/8/layout/hList1"/>
    <dgm:cxn modelId="{E3471098-05B6-4E3A-9873-823FF9124D77}" type="presParOf" srcId="{22CD9788-1434-40BE-B7B8-4872E7113B76}" destId="{E11E7178-9C54-40EB-AE4C-39321FD483FD}" srcOrd="2" destOrd="0" presId="urn:microsoft.com/office/officeart/2005/8/layout/hList1"/>
    <dgm:cxn modelId="{8367872B-7CB8-4F53-9FC4-A6A242D1506E}" type="presParOf" srcId="{E11E7178-9C54-40EB-AE4C-39321FD483FD}" destId="{1D2610B6-0CE5-44A9-9C07-D6B4C887A131}" srcOrd="0" destOrd="0" presId="urn:microsoft.com/office/officeart/2005/8/layout/hList1"/>
    <dgm:cxn modelId="{948578A1-FD6B-4881-8B76-81EADBD8FDF8}" type="presParOf" srcId="{E11E7178-9C54-40EB-AE4C-39321FD483FD}" destId="{652AA145-75F1-4B1A-BAFA-AE37E9082277}" srcOrd="1" destOrd="0" presId="urn:microsoft.com/office/officeart/2005/8/layout/hList1"/>
    <dgm:cxn modelId="{9DD5AD14-ED46-43D8-94C7-313E9CB2E7D2}" type="presParOf" srcId="{22CD9788-1434-40BE-B7B8-4872E7113B76}" destId="{2068C76E-CD74-40AC-9FF3-8C910F907445}" srcOrd="3" destOrd="0" presId="urn:microsoft.com/office/officeart/2005/8/layout/hList1"/>
    <dgm:cxn modelId="{BEC29ADC-87BF-47B1-8550-54C109499B2E}" type="presParOf" srcId="{22CD9788-1434-40BE-B7B8-4872E7113B76}" destId="{08A3D2C0-06E3-4258-AD58-1E6A64195991}" srcOrd="4" destOrd="0" presId="urn:microsoft.com/office/officeart/2005/8/layout/hList1"/>
    <dgm:cxn modelId="{8C8894C1-F936-4C8C-9687-64FFE7C40934}" type="presParOf" srcId="{08A3D2C0-06E3-4258-AD58-1E6A64195991}" destId="{3745E9B7-29DE-4FEE-899E-4E5CBFF96D09}" srcOrd="0" destOrd="0" presId="urn:microsoft.com/office/officeart/2005/8/layout/hList1"/>
    <dgm:cxn modelId="{5A3D2A02-882B-4966-8C97-153010F315CE}" type="presParOf" srcId="{08A3D2C0-06E3-4258-AD58-1E6A64195991}" destId="{EDFD388A-2028-4160-B43A-E09A434FEBC8}" srcOrd="1" destOrd="0" presId="urn:microsoft.com/office/officeart/2005/8/layout/hList1"/>
    <dgm:cxn modelId="{B475B6D2-07C1-4312-84CA-360FEEA63A33}" type="presParOf" srcId="{22CD9788-1434-40BE-B7B8-4872E7113B76}" destId="{570B557A-5585-449B-841D-3BC495F13491}" srcOrd="5" destOrd="0" presId="urn:microsoft.com/office/officeart/2005/8/layout/hList1"/>
    <dgm:cxn modelId="{F5AC848E-65DC-477D-987F-B5335DF039B3}" type="presParOf" srcId="{22CD9788-1434-40BE-B7B8-4872E7113B76}" destId="{D61D3536-9567-4AB0-8419-6A97F8388C8B}" srcOrd="6" destOrd="0" presId="urn:microsoft.com/office/officeart/2005/8/layout/hList1"/>
    <dgm:cxn modelId="{FE0E7355-8EC8-4F8C-9CA1-077D7A6748E2}" type="presParOf" srcId="{D61D3536-9567-4AB0-8419-6A97F8388C8B}" destId="{D4FC23BB-5EE0-4670-8FA4-8FB0C2E16C72}" srcOrd="0" destOrd="0" presId="urn:microsoft.com/office/officeart/2005/8/layout/hList1"/>
    <dgm:cxn modelId="{766D6EEB-5397-4CA0-A1F9-3F039E9EB438}" type="presParOf" srcId="{D61D3536-9567-4AB0-8419-6A97F8388C8B}" destId="{90F24B92-F78F-47F7-836F-78801BEE242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414077-6D46-4C32-AC73-307C6EAD509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8B2231AD-04FB-41B5-8F1F-BF9767D7FD8A}">
      <dgm:prSet/>
      <dgm:spPr/>
      <dgm:t>
        <a:bodyPr/>
        <a:lstStyle/>
        <a:p>
          <a:r>
            <a:rPr lang="en-IN" b="1" dirty="0">
              <a:latin typeface="Calisto MT" panose="02040603050505030304" pitchFamily="18" charset="0"/>
            </a:rPr>
            <a:t>Limitations of Existing Systems</a:t>
          </a:r>
          <a:endParaRPr lang="en-IN" dirty="0">
            <a:latin typeface="Calisto MT" panose="02040603050505030304" pitchFamily="18" charset="0"/>
          </a:endParaRPr>
        </a:p>
      </dgm:t>
    </dgm:pt>
    <dgm:pt modelId="{75206195-9455-471E-83B6-CB16B69B6468}" type="parTrans" cxnId="{CC6C14E5-BD83-4DCA-87D7-7081C571AC25}">
      <dgm:prSet/>
      <dgm:spPr/>
      <dgm:t>
        <a:bodyPr/>
        <a:lstStyle/>
        <a:p>
          <a:endParaRPr lang="en-IN"/>
        </a:p>
      </dgm:t>
    </dgm:pt>
    <dgm:pt modelId="{8720A1CA-85B4-49CB-9990-EF4A48F9A589}" type="sibTrans" cxnId="{CC6C14E5-BD83-4DCA-87D7-7081C571AC25}">
      <dgm:prSet/>
      <dgm:spPr/>
      <dgm:t>
        <a:bodyPr/>
        <a:lstStyle/>
        <a:p>
          <a:endParaRPr lang="en-IN"/>
        </a:p>
      </dgm:t>
    </dgm:pt>
    <dgm:pt modelId="{770F745E-EB34-4467-9BE1-0C1126479444}">
      <dgm:prSet custT="1"/>
      <dgm:spPr/>
      <dgm:t>
        <a:bodyPr/>
        <a:lstStyle/>
        <a:p>
          <a:r>
            <a:rPr lang="en-IN" sz="1500" b="1" dirty="0">
              <a:latin typeface="Calisto MT" panose="02040603050505030304" pitchFamily="18" charset="0"/>
            </a:rPr>
            <a:t>Lighting dependency: </a:t>
          </a:r>
          <a:r>
            <a:rPr lang="en-US" sz="1500" b="1" dirty="0">
              <a:latin typeface="Calisto MT" panose="02040603050505030304" pitchFamily="18" charset="0"/>
            </a:rPr>
            <a:t>They had poor accuracy in low- or uneven-light settings.</a:t>
          </a:r>
          <a:endParaRPr lang="en-IN" sz="1500" dirty="0">
            <a:latin typeface="Calisto MT" panose="02040603050505030304" pitchFamily="18" charset="0"/>
          </a:endParaRPr>
        </a:p>
      </dgm:t>
    </dgm:pt>
    <dgm:pt modelId="{4E03636D-B417-4B3E-80B6-5F9BD1D00E90}" type="parTrans" cxnId="{723577A0-CE62-403F-9D99-3A43E809D326}">
      <dgm:prSet/>
      <dgm:spPr/>
      <dgm:t>
        <a:bodyPr/>
        <a:lstStyle/>
        <a:p>
          <a:endParaRPr lang="en-IN"/>
        </a:p>
      </dgm:t>
    </dgm:pt>
    <dgm:pt modelId="{9D721060-05DD-4C40-B344-54B0B59B6AE7}" type="sibTrans" cxnId="{723577A0-CE62-403F-9D99-3A43E809D326}">
      <dgm:prSet/>
      <dgm:spPr/>
      <dgm:t>
        <a:bodyPr/>
        <a:lstStyle/>
        <a:p>
          <a:endParaRPr lang="en-IN"/>
        </a:p>
      </dgm:t>
    </dgm:pt>
    <dgm:pt modelId="{D5691D6E-8029-4A8A-9D47-550CBABA8724}">
      <dgm:prSet custT="1"/>
      <dgm:spPr/>
      <dgm:t>
        <a:bodyPr/>
        <a:lstStyle/>
        <a:p>
          <a:r>
            <a:rPr lang="en-US" sz="1500" b="1" dirty="0">
              <a:latin typeface="Calisto MT" panose="02040603050505030304" pitchFamily="18" charset="0"/>
            </a:rPr>
            <a:t>Most systems were calibrated separately for each user.</a:t>
          </a:r>
          <a:endParaRPr lang="en-IN" sz="1500" dirty="0">
            <a:latin typeface="Calisto MT" panose="02040603050505030304" pitchFamily="18" charset="0"/>
          </a:endParaRPr>
        </a:p>
      </dgm:t>
    </dgm:pt>
    <dgm:pt modelId="{AB8B20D1-8EB9-4166-BC9D-6F07E078E0F3}" type="parTrans" cxnId="{B4D8EC59-97DE-4714-9AF8-685A31244082}">
      <dgm:prSet/>
      <dgm:spPr/>
      <dgm:t>
        <a:bodyPr/>
        <a:lstStyle/>
        <a:p>
          <a:endParaRPr lang="en-IN"/>
        </a:p>
      </dgm:t>
    </dgm:pt>
    <dgm:pt modelId="{B3311A24-7ECD-499C-A327-4512FCD5C3A6}" type="sibTrans" cxnId="{B4D8EC59-97DE-4714-9AF8-685A31244082}">
      <dgm:prSet/>
      <dgm:spPr/>
      <dgm:t>
        <a:bodyPr/>
        <a:lstStyle/>
        <a:p>
          <a:endParaRPr lang="en-IN"/>
        </a:p>
      </dgm:t>
    </dgm:pt>
    <dgm:pt modelId="{CC258C3E-EB83-4982-A399-ADFD404F72F8}">
      <dgm:prSet custT="1"/>
      <dgm:spPr/>
      <dgm:t>
        <a:bodyPr/>
        <a:lstStyle/>
        <a:p>
          <a:r>
            <a:rPr lang="en-US" sz="1500" b="1" dirty="0">
              <a:latin typeface="Calisto MT" panose="02040603050505030304" pitchFamily="18" charset="0"/>
            </a:rPr>
            <a:t>Limited fine control: Smooth scrolling or dragging was rarely even an option.</a:t>
          </a:r>
          <a:endParaRPr lang="en-IN" sz="1500" dirty="0">
            <a:latin typeface="Calisto MT" panose="02040603050505030304" pitchFamily="18" charset="0"/>
          </a:endParaRPr>
        </a:p>
      </dgm:t>
    </dgm:pt>
    <dgm:pt modelId="{54B97360-E7EF-4C12-91A8-E2D53879EF7C}" type="parTrans" cxnId="{78F26416-C782-4842-AFAF-10C792B24D89}">
      <dgm:prSet/>
      <dgm:spPr/>
      <dgm:t>
        <a:bodyPr/>
        <a:lstStyle/>
        <a:p>
          <a:endParaRPr lang="en-IN"/>
        </a:p>
      </dgm:t>
    </dgm:pt>
    <dgm:pt modelId="{0A627993-7B25-4F54-9601-E9D1FD0D7CFE}" type="sibTrans" cxnId="{78F26416-C782-4842-AFAF-10C792B24D89}">
      <dgm:prSet/>
      <dgm:spPr/>
      <dgm:t>
        <a:bodyPr/>
        <a:lstStyle/>
        <a:p>
          <a:endParaRPr lang="en-IN"/>
        </a:p>
      </dgm:t>
    </dgm:pt>
    <dgm:pt modelId="{6C500FE8-4A14-4F6A-94A2-A81CFE13DDFF}">
      <dgm:prSet/>
      <dgm:spPr/>
      <dgm:t>
        <a:bodyPr/>
        <a:lstStyle/>
        <a:p>
          <a:r>
            <a:rPr lang="en-IN" b="1"/>
            <a:t>Absence of Standardized Approach</a:t>
          </a:r>
          <a:endParaRPr lang="en-IN"/>
        </a:p>
      </dgm:t>
    </dgm:pt>
    <dgm:pt modelId="{54FB2294-8C35-4D91-9F44-B4E65465196B}" type="parTrans" cxnId="{636A1CB8-6C23-444F-8271-85059A967581}">
      <dgm:prSet/>
      <dgm:spPr/>
      <dgm:t>
        <a:bodyPr/>
        <a:lstStyle/>
        <a:p>
          <a:endParaRPr lang="en-IN"/>
        </a:p>
      </dgm:t>
    </dgm:pt>
    <dgm:pt modelId="{662D0C67-1B8A-48A3-8B97-316BE82DE2B5}" type="sibTrans" cxnId="{636A1CB8-6C23-444F-8271-85059A967581}">
      <dgm:prSet/>
      <dgm:spPr/>
      <dgm:t>
        <a:bodyPr/>
        <a:lstStyle/>
        <a:p>
          <a:endParaRPr lang="en-IN"/>
        </a:p>
      </dgm:t>
    </dgm:pt>
    <dgm:pt modelId="{397FB9A1-9754-4977-871E-10038692F13E}">
      <dgm:prSet/>
      <dgm:spPr/>
      <dgm:t>
        <a:bodyPr/>
        <a:lstStyle/>
        <a:p>
          <a:r>
            <a:rPr lang="en-US" b="1" dirty="0">
              <a:latin typeface="Calisto MT" panose="02040603050505030304" pitchFamily="18" charset="0"/>
            </a:rPr>
            <a:t>No common method was used to do </a:t>
          </a:r>
          <a:r>
            <a:rPr lang="en-US" b="1" dirty="0" err="1">
              <a:latin typeface="Calisto MT" panose="02040603050505030304" pitchFamily="18" charset="0"/>
            </a:rPr>
            <a:t>this.Every</a:t>
          </a:r>
          <a:r>
            <a:rPr lang="en-US" b="1" dirty="0">
              <a:latin typeface="Calisto MT" panose="02040603050505030304" pitchFamily="18" charset="0"/>
            </a:rPr>
            <a:t> prototype used a different method for mapping gestures to a resolution on the screen.</a:t>
          </a:r>
          <a:endParaRPr lang="en-IN" dirty="0">
            <a:latin typeface="Calisto MT" panose="02040603050505030304" pitchFamily="18" charset="0"/>
          </a:endParaRPr>
        </a:p>
      </dgm:t>
    </dgm:pt>
    <dgm:pt modelId="{BF6551E4-1ACD-4E51-A04D-5938141F319C}" type="parTrans" cxnId="{768BC7F3-CADC-4D7F-AD7B-1612A52C84A6}">
      <dgm:prSet/>
      <dgm:spPr/>
      <dgm:t>
        <a:bodyPr/>
        <a:lstStyle/>
        <a:p>
          <a:endParaRPr lang="en-IN"/>
        </a:p>
      </dgm:t>
    </dgm:pt>
    <dgm:pt modelId="{C08B2B21-F1C1-4EB8-A7FD-AE3DD12AC508}" type="sibTrans" cxnId="{768BC7F3-CADC-4D7F-AD7B-1612A52C84A6}">
      <dgm:prSet/>
      <dgm:spPr/>
      <dgm:t>
        <a:bodyPr/>
        <a:lstStyle/>
        <a:p>
          <a:endParaRPr lang="en-IN"/>
        </a:p>
      </dgm:t>
    </dgm:pt>
    <dgm:pt modelId="{184FA807-8CAF-4B92-879C-83DC1B436A33}">
      <dgm:prSet/>
      <dgm:spPr/>
      <dgm:t>
        <a:bodyPr/>
        <a:lstStyle/>
        <a:p>
          <a:r>
            <a:rPr lang="en-IN" b="1"/>
            <a:t>Research Opportunity</a:t>
          </a:r>
          <a:endParaRPr lang="en-IN"/>
        </a:p>
      </dgm:t>
    </dgm:pt>
    <dgm:pt modelId="{DF55DD83-851D-4E58-A920-6A5C2E5005A1}" type="parTrans" cxnId="{488138E6-DE96-4348-9BCB-8797033596CD}">
      <dgm:prSet/>
      <dgm:spPr/>
      <dgm:t>
        <a:bodyPr/>
        <a:lstStyle/>
        <a:p>
          <a:endParaRPr lang="en-IN"/>
        </a:p>
      </dgm:t>
    </dgm:pt>
    <dgm:pt modelId="{B667CD24-64AE-40B4-8679-BE04243EB50C}" type="sibTrans" cxnId="{488138E6-DE96-4348-9BCB-8797033596CD}">
      <dgm:prSet/>
      <dgm:spPr/>
      <dgm:t>
        <a:bodyPr/>
        <a:lstStyle/>
        <a:p>
          <a:endParaRPr lang="en-IN"/>
        </a:p>
      </dgm:t>
    </dgm:pt>
    <dgm:pt modelId="{9588A04F-3DB5-4FDC-B131-BA3019418D41}">
      <dgm:prSet/>
      <dgm:spPr/>
      <dgm:t>
        <a:bodyPr/>
        <a:lstStyle/>
        <a:p>
          <a:r>
            <a:rPr lang="en-US" b="1" dirty="0">
              <a:latin typeface="Calisto MT" panose="02040603050505030304" pitchFamily="18" charset="0"/>
            </a:rPr>
            <a:t>A general-purpose, reliable gesture mouse has not yet been shown in real-world use. The focus is mainly on establishing proof-of-concept rather than actual, usable systems</a:t>
          </a:r>
          <a:endParaRPr lang="en-IN" dirty="0">
            <a:latin typeface="Calisto MT" panose="02040603050505030304" pitchFamily="18" charset="0"/>
          </a:endParaRPr>
        </a:p>
      </dgm:t>
    </dgm:pt>
    <dgm:pt modelId="{083B1AB5-E398-4BD9-9E04-280FB00C72BF}" type="parTrans" cxnId="{FEDB0A0E-0D48-4979-8683-54B5E3DB986B}">
      <dgm:prSet/>
      <dgm:spPr/>
      <dgm:t>
        <a:bodyPr/>
        <a:lstStyle/>
        <a:p>
          <a:endParaRPr lang="en-IN"/>
        </a:p>
      </dgm:t>
    </dgm:pt>
    <dgm:pt modelId="{146FD8E1-DE2D-489A-BE02-59760664515F}" type="sibTrans" cxnId="{FEDB0A0E-0D48-4979-8683-54B5E3DB986B}">
      <dgm:prSet/>
      <dgm:spPr/>
      <dgm:t>
        <a:bodyPr/>
        <a:lstStyle/>
        <a:p>
          <a:endParaRPr lang="en-IN"/>
        </a:p>
      </dgm:t>
    </dgm:pt>
    <dgm:pt modelId="{11DF6A70-7182-4B3C-92A2-606C5FC98FDE}">
      <dgm:prSet/>
      <dgm:spPr/>
      <dgm:t>
        <a:bodyPr/>
        <a:lstStyle/>
        <a:p>
          <a:r>
            <a:rPr lang="en-US" b="1"/>
            <a:t>Value of this Project</a:t>
          </a:r>
          <a:endParaRPr lang="en-IN"/>
        </a:p>
      </dgm:t>
    </dgm:pt>
    <dgm:pt modelId="{E3AF0DDE-93F9-466B-BC7E-D89F57A03D26}" type="parTrans" cxnId="{20F166C3-B7AE-4083-A982-CDA2CC400DF3}">
      <dgm:prSet/>
      <dgm:spPr/>
      <dgm:t>
        <a:bodyPr/>
        <a:lstStyle/>
        <a:p>
          <a:endParaRPr lang="en-IN"/>
        </a:p>
      </dgm:t>
    </dgm:pt>
    <dgm:pt modelId="{5A77B258-76E0-4EAB-BBD2-C8137D1D5DCE}" type="sibTrans" cxnId="{20F166C3-B7AE-4083-A982-CDA2CC400DF3}">
      <dgm:prSet/>
      <dgm:spPr/>
      <dgm:t>
        <a:bodyPr/>
        <a:lstStyle/>
        <a:p>
          <a:endParaRPr lang="en-IN"/>
        </a:p>
      </dgm:t>
    </dgm:pt>
    <dgm:pt modelId="{C53F394F-8881-4212-A13B-1460D456FAD3}">
      <dgm:prSet/>
      <dgm:spPr/>
      <dgm:t>
        <a:bodyPr/>
        <a:lstStyle/>
        <a:p>
          <a:r>
            <a:rPr lang="en-US" b="1" dirty="0">
              <a:latin typeface="Calisto MT" panose="02040603050505030304" pitchFamily="18" charset="0"/>
            </a:rPr>
            <a:t>A gesture mouse with several usable actions (move, click, drag, scroll). </a:t>
          </a:r>
          <a:endParaRPr lang="en-IN" dirty="0">
            <a:latin typeface="Calisto MT" panose="02040603050505030304" pitchFamily="18" charset="0"/>
          </a:endParaRPr>
        </a:p>
      </dgm:t>
    </dgm:pt>
    <dgm:pt modelId="{D84FB0A1-ECE6-4C41-A057-5D309C37D150}" type="parTrans" cxnId="{E061A58C-7DF3-44AD-A89A-4BE5E0AAD214}">
      <dgm:prSet/>
      <dgm:spPr/>
      <dgm:t>
        <a:bodyPr/>
        <a:lstStyle/>
        <a:p>
          <a:endParaRPr lang="en-IN"/>
        </a:p>
      </dgm:t>
    </dgm:pt>
    <dgm:pt modelId="{B51D62D1-B6AE-42AB-A78E-99EF32623DC9}" type="sibTrans" cxnId="{E061A58C-7DF3-44AD-A89A-4BE5E0AAD214}">
      <dgm:prSet/>
      <dgm:spPr/>
      <dgm:t>
        <a:bodyPr/>
        <a:lstStyle/>
        <a:p>
          <a:endParaRPr lang="en-IN"/>
        </a:p>
      </dgm:t>
    </dgm:pt>
    <dgm:pt modelId="{4DFDE5A1-825C-48CB-A3DC-8E946CEB8450}">
      <dgm:prSet/>
      <dgm:spPr/>
      <dgm:t>
        <a:bodyPr/>
        <a:lstStyle/>
        <a:p>
          <a:r>
            <a:rPr lang="en-US" b="1" dirty="0">
              <a:latin typeface="Calisto MT" panose="02040603050505030304" pitchFamily="18" charset="0"/>
            </a:rPr>
            <a:t>Designed for real-time use with standard webcams. Aimed for stability and adaptability, especially because prior work often lacked this.</a:t>
          </a:r>
          <a:endParaRPr lang="en-IN" dirty="0">
            <a:latin typeface="Calisto MT" panose="02040603050505030304" pitchFamily="18" charset="0"/>
          </a:endParaRPr>
        </a:p>
      </dgm:t>
    </dgm:pt>
    <dgm:pt modelId="{602798D5-CC33-4E58-A511-0430A5352045}" type="parTrans" cxnId="{25233C5E-2646-4BA7-8071-A0899BEDE850}">
      <dgm:prSet/>
      <dgm:spPr/>
      <dgm:t>
        <a:bodyPr/>
        <a:lstStyle/>
        <a:p>
          <a:endParaRPr lang="en-IN"/>
        </a:p>
      </dgm:t>
    </dgm:pt>
    <dgm:pt modelId="{2D0DDD75-CCB3-49DE-9BB3-B1BFE5BBC239}" type="sibTrans" cxnId="{25233C5E-2646-4BA7-8071-A0899BEDE850}">
      <dgm:prSet/>
      <dgm:spPr/>
      <dgm:t>
        <a:bodyPr/>
        <a:lstStyle/>
        <a:p>
          <a:endParaRPr lang="en-IN"/>
        </a:p>
      </dgm:t>
    </dgm:pt>
    <dgm:pt modelId="{D83CEB8D-2C16-455D-9341-2E6DCADF0113}" type="pres">
      <dgm:prSet presAssocID="{EA414077-6D46-4C32-AC73-307C6EAD509F}" presName="Name0" presStyleCnt="0">
        <dgm:presLayoutVars>
          <dgm:dir/>
          <dgm:animLvl val="lvl"/>
          <dgm:resizeHandles val="exact"/>
        </dgm:presLayoutVars>
      </dgm:prSet>
      <dgm:spPr/>
    </dgm:pt>
    <dgm:pt modelId="{DCAC054D-6209-45E3-B3A0-AF5C863B1309}" type="pres">
      <dgm:prSet presAssocID="{8B2231AD-04FB-41B5-8F1F-BF9767D7FD8A}" presName="composite" presStyleCnt="0"/>
      <dgm:spPr/>
    </dgm:pt>
    <dgm:pt modelId="{0DF2FA80-0FC5-49C7-8380-35E0F9803CFC}" type="pres">
      <dgm:prSet presAssocID="{8B2231AD-04FB-41B5-8F1F-BF9767D7FD8A}" presName="parTx" presStyleLbl="alignNode1" presStyleIdx="0" presStyleCnt="4" custLinFactNeighborX="-166" custLinFactNeighborY="-5091">
        <dgm:presLayoutVars>
          <dgm:chMax val="0"/>
          <dgm:chPref val="0"/>
          <dgm:bulletEnabled val="1"/>
        </dgm:presLayoutVars>
      </dgm:prSet>
      <dgm:spPr/>
    </dgm:pt>
    <dgm:pt modelId="{F573041D-28B6-46F1-888B-B30F05AD2A8C}" type="pres">
      <dgm:prSet presAssocID="{8B2231AD-04FB-41B5-8F1F-BF9767D7FD8A}" presName="desTx" presStyleLbl="alignAccFollowNode1" presStyleIdx="0" presStyleCnt="4">
        <dgm:presLayoutVars>
          <dgm:bulletEnabled val="1"/>
        </dgm:presLayoutVars>
      </dgm:prSet>
      <dgm:spPr/>
    </dgm:pt>
    <dgm:pt modelId="{8D98972D-DF96-4A03-A02E-9082E2DF6201}" type="pres">
      <dgm:prSet presAssocID="{8720A1CA-85B4-49CB-9990-EF4A48F9A589}" presName="space" presStyleCnt="0"/>
      <dgm:spPr/>
    </dgm:pt>
    <dgm:pt modelId="{82675D67-8DB7-4838-9FD4-6CC4B4B1C709}" type="pres">
      <dgm:prSet presAssocID="{6C500FE8-4A14-4F6A-94A2-A81CFE13DDFF}" presName="composite" presStyleCnt="0"/>
      <dgm:spPr/>
    </dgm:pt>
    <dgm:pt modelId="{719E62F3-0D57-483F-88F3-167400763432}" type="pres">
      <dgm:prSet presAssocID="{6C500FE8-4A14-4F6A-94A2-A81CFE13DDFF}" presName="parTx" presStyleLbl="alignNode1" presStyleIdx="1" presStyleCnt="4">
        <dgm:presLayoutVars>
          <dgm:chMax val="0"/>
          <dgm:chPref val="0"/>
          <dgm:bulletEnabled val="1"/>
        </dgm:presLayoutVars>
      </dgm:prSet>
      <dgm:spPr/>
    </dgm:pt>
    <dgm:pt modelId="{166487E2-8F23-458E-95C5-F350D9784E96}" type="pres">
      <dgm:prSet presAssocID="{6C500FE8-4A14-4F6A-94A2-A81CFE13DDFF}" presName="desTx" presStyleLbl="alignAccFollowNode1" presStyleIdx="1" presStyleCnt="4">
        <dgm:presLayoutVars>
          <dgm:bulletEnabled val="1"/>
        </dgm:presLayoutVars>
      </dgm:prSet>
      <dgm:spPr/>
    </dgm:pt>
    <dgm:pt modelId="{7E786182-F5FC-4317-B815-7B29601EC386}" type="pres">
      <dgm:prSet presAssocID="{662D0C67-1B8A-48A3-8B97-316BE82DE2B5}" presName="space" presStyleCnt="0"/>
      <dgm:spPr/>
    </dgm:pt>
    <dgm:pt modelId="{CAF5F144-D549-4C09-AC23-8E2D7AC0F621}" type="pres">
      <dgm:prSet presAssocID="{184FA807-8CAF-4B92-879C-83DC1B436A33}" presName="composite" presStyleCnt="0"/>
      <dgm:spPr/>
    </dgm:pt>
    <dgm:pt modelId="{D27E8F43-99E4-4ED6-A6EE-D276AE8CEE07}" type="pres">
      <dgm:prSet presAssocID="{184FA807-8CAF-4B92-879C-83DC1B436A33}" presName="parTx" presStyleLbl="alignNode1" presStyleIdx="2" presStyleCnt="4">
        <dgm:presLayoutVars>
          <dgm:chMax val="0"/>
          <dgm:chPref val="0"/>
          <dgm:bulletEnabled val="1"/>
        </dgm:presLayoutVars>
      </dgm:prSet>
      <dgm:spPr/>
    </dgm:pt>
    <dgm:pt modelId="{36B9005F-F922-4FFA-908F-5C497F261596}" type="pres">
      <dgm:prSet presAssocID="{184FA807-8CAF-4B92-879C-83DC1B436A33}" presName="desTx" presStyleLbl="alignAccFollowNode1" presStyleIdx="2" presStyleCnt="4">
        <dgm:presLayoutVars>
          <dgm:bulletEnabled val="1"/>
        </dgm:presLayoutVars>
      </dgm:prSet>
      <dgm:spPr/>
    </dgm:pt>
    <dgm:pt modelId="{6D0D1896-83F7-432C-A5F4-406172E639DA}" type="pres">
      <dgm:prSet presAssocID="{B667CD24-64AE-40B4-8679-BE04243EB50C}" presName="space" presStyleCnt="0"/>
      <dgm:spPr/>
    </dgm:pt>
    <dgm:pt modelId="{7AD715AF-F463-430C-B954-D518D13A6E82}" type="pres">
      <dgm:prSet presAssocID="{11DF6A70-7182-4B3C-92A2-606C5FC98FDE}" presName="composite" presStyleCnt="0"/>
      <dgm:spPr/>
    </dgm:pt>
    <dgm:pt modelId="{2AD13425-D4F3-47E4-BEE5-A4ECB1603ADF}" type="pres">
      <dgm:prSet presAssocID="{11DF6A70-7182-4B3C-92A2-606C5FC98FDE}" presName="parTx" presStyleLbl="alignNode1" presStyleIdx="3" presStyleCnt="4">
        <dgm:presLayoutVars>
          <dgm:chMax val="0"/>
          <dgm:chPref val="0"/>
          <dgm:bulletEnabled val="1"/>
        </dgm:presLayoutVars>
      </dgm:prSet>
      <dgm:spPr/>
    </dgm:pt>
    <dgm:pt modelId="{34C44110-64DE-43AF-921D-F465667559E4}" type="pres">
      <dgm:prSet presAssocID="{11DF6A70-7182-4B3C-92A2-606C5FC98FDE}" presName="desTx" presStyleLbl="alignAccFollowNode1" presStyleIdx="3" presStyleCnt="4">
        <dgm:presLayoutVars>
          <dgm:bulletEnabled val="1"/>
        </dgm:presLayoutVars>
      </dgm:prSet>
      <dgm:spPr/>
    </dgm:pt>
  </dgm:ptLst>
  <dgm:cxnLst>
    <dgm:cxn modelId="{E9EF8805-4A46-44AF-BBCE-06F3A51CA4E6}" type="presOf" srcId="{397FB9A1-9754-4977-871E-10038692F13E}" destId="{166487E2-8F23-458E-95C5-F350D9784E96}" srcOrd="0" destOrd="0" presId="urn:microsoft.com/office/officeart/2005/8/layout/hList1"/>
    <dgm:cxn modelId="{FEDB0A0E-0D48-4979-8683-54B5E3DB986B}" srcId="{184FA807-8CAF-4B92-879C-83DC1B436A33}" destId="{9588A04F-3DB5-4FDC-B131-BA3019418D41}" srcOrd="0" destOrd="0" parTransId="{083B1AB5-E398-4BD9-9E04-280FB00C72BF}" sibTransId="{146FD8E1-DE2D-489A-BE02-59760664515F}"/>
    <dgm:cxn modelId="{78F26416-C782-4842-AFAF-10C792B24D89}" srcId="{8B2231AD-04FB-41B5-8F1F-BF9767D7FD8A}" destId="{CC258C3E-EB83-4982-A399-ADFD404F72F8}" srcOrd="2" destOrd="0" parTransId="{54B97360-E7EF-4C12-91A8-E2D53879EF7C}" sibTransId="{0A627993-7B25-4F54-9601-E9D1FD0D7CFE}"/>
    <dgm:cxn modelId="{FA366E1C-0ACC-42B1-A5E0-2A7DC6A94C65}" type="presOf" srcId="{CC258C3E-EB83-4982-A399-ADFD404F72F8}" destId="{F573041D-28B6-46F1-888B-B30F05AD2A8C}" srcOrd="0" destOrd="2" presId="urn:microsoft.com/office/officeart/2005/8/layout/hList1"/>
    <dgm:cxn modelId="{25233C5E-2646-4BA7-8071-A0899BEDE850}" srcId="{11DF6A70-7182-4B3C-92A2-606C5FC98FDE}" destId="{4DFDE5A1-825C-48CB-A3DC-8E946CEB8450}" srcOrd="1" destOrd="0" parTransId="{602798D5-CC33-4E58-A511-0430A5352045}" sibTransId="{2D0DDD75-CCB3-49DE-9BB3-B1BFE5BBC239}"/>
    <dgm:cxn modelId="{8741EA4F-AC21-4E15-B049-E5E438AEDADC}" type="presOf" srcId="{EA414077-6D46-4C32-AC73-307C6EAD509F}" destId="{D83CEB8D-2C16-455D-9341-2E6DCADF0113}" srcOrd="0" destOrd="0" presId="urn:microsoft.com/office/officeart/2005/8/layout/hList1"/>
    <dgm:cxn modelId="{B4D8EC59-97DE-4714-9AF8-685A31244082}" srcId="{8B2231AD-04FB-41B5-8F1F-BF9767D7FD8A}" destId="{D5691D6E-8029-4A8A-9D47-550CBABA8724}" srcOrd="1" destOrd="0" parTransId="{AB8B20D1-8EB9-4166-BC9D-6F07E078E0F3}" sibTransId="{B3311A24-7ECD-499C-A327-4512FCD5C3A6}"/>
    <dgm:cxn modelId="{E061A58C-7DF3-44AD-A89A-4BE5E0AAD214}" srcId="{11DF6A70-7182-4B3C-92A2-606C5FC98FDE}" destId="{C53F394F-8881-4212-A13B-1460D456FAD3}" srcOrd="0" destOrd="0" parTransId="{D84FB0A1-ECE6-4C41-A057-5D309C37D150}" sibTransId="{B51D62D1-B6AE-42AB-A78E-99EF32623DC9}"/>
    <dgm:cxn modelId="{4E130396-3B5F-4A06-93C2-1B9851FCD4A0}" type="presOf" srcId="{9588A04F-3DB5-4FDC-B131-BA3019418D41}" destId="{36B9005F-F922-4FFA-908F-5C497F261596}" srcOrd="0" destOrd="0" presId="urn:microsoft.com/office/officeart/2005/8/layout/hList1"/>
    <dgm:cxn modelId="{5307399D-1EF4-4FD3-AE77-172EA6F8BBC2}" type="presOf" srcId="{8B2231AD-04FB-41B5-8F1F-BF9767D7FD8A}" destId="{0DF2FA80-0FC5-49C7-8380-35E0F9803CFC}" srcOrd="0" destOrd="0" presId="urn:microsoft.com/office/officeart/2005/8/layout/hList1"/>
    <dgm:cxn modelId="{723577A0-CE62-403F-9D99-3A43E809D326}" srcId="{8B2231AD-04FB-41B5-8F1F-BF9767D7FD8A}" destId="{770F745E-EB34-4467-9BE1-0C1126479444}" srcOrd="0" destOrd="0" parTransId="{4E03636D-B417-4B3E-80B6-5F9BD1D00E90}" sibTransId="{9D721060-05DD-4C40-B344-54B0B59B6AE7}"/>
    <dgm:cxn modelId="{0CF23CA3-6DF1-4D15-8D3B-9D36C1456BE2}" type="presOf" srcId="{C53F394F-8881-4212-A13B-1460D456FAD3}" destId="{34C44110-64DE-43AF-921D-F465667559E4}" srcOrd="0" destOrd="0" presId="urn:microsoft.com/office/officeart/2005/8/layout/hList1"/>
    <dgm:cxn modelId="{C40E1DB6-FAAB-473E-BBCB-DCCFCA9A2BE4}" type="presOf" srcId="{6C500FE8-4A14-4F6A-94A2-A81CFE13DDFF}" destId="{719E62F3-0D57-483F-88F3-167400763432}" srcOrd="0" destOrd="0" presId="urn:microsoft.com/office/officeart/2005/8/layout/hList1"/>
    <dgm:cxn modelId="{636A1CB8-6C23-444F-8271-85059A967581}" srcId="{EA414077-6D46-4C32-AC73-307C6EAD509F}" destId="{6C500FE8-4A14-4F6A-94A2-A81CFE13DDFF}" srcOrd="1" destOrd="0" parTransId="{54FB2294-8C35-4D91-9F44-B4E65465196B}" sibTransId="{662D0C67-1B8A-48A3-8B97-316BE82DE2B5}"/>
    <dgm:cxn modelId="{20F166C3-B7AE-4083-A982-CDA2CC400DF3}" srcId="{EA414077-6D46-4C32-AC73-307C6EAD509F}" destId="{11DF6A70-7182-4B3C-92A2-606C5FC98FDE}" srcOrd="3" destOrd="0" parTransId="{E3AF0DDE-93F9-466B-BC7E-D89F57A03D26}" sibTransId="{5A77B258-76E0-4EAB-BBD2-C8137D1D5DCE}"/>
    <dgm:cxn modelId="{8BA473C3-9BC0-4D57-9800-4E6778FCC2E4}" type="presOf" srcId="{184FA807-8CAF-4B92-879C-83DC1B436A33}" destId="{D27E8F43-99E4-4ED6-A6EE-D276AE8CEE07}" srcOrd="0" destOrd="0" presId="urn:microsoft.com/office/officeart/2005/8/layout/hList1"/>
    <dgm:cxn modelId="{26E47FC6-21D8-430E-8421-31A35F05DA73}" type="presOf" srcId="{4DFDE5A1-825C-48CB-A3DC-8E946CEB8450}" destId="{34C44110-64DE-43AF-921D-F465667559E4}" srcOrd="0" destOrd="1" presId="urn:microsoft.com/office/officeart/2005/8/layout/hList1"/>
    <dgm:cxn modelId="{9CE07CC8-FE78-41F9-B102-F05734B69EB2}" type="presOf" srcId="{11DF6A70-7182-4B3C-92A2-606C5FC98FDE}" destId="{2AD13425-D4F3-47E4-BEE5-A4ECB1603ADF}" srcOrd="0" destOrd="0" presId="urn:microsoft.com/office/officeart/2005/8/layout/hList1"/>
    <dgm:cxn modelId="{4FEBCAD6-B744-4AD8-A432-88B4BD8D5951}" type="presOf" srcId="{D5691D6E-8029-4A8A-9D47-550CBABA8724}" destId="{F573041D-28B6-46F1-888B-B30F05AD2A8C}" srcOrd="0" destOrd="1" presId="urn:microsoft.com/office/officeart/2005/8/layout/hList1"/>
    <dgm:cxn modelId="{24B8E2E2-6223-4606-8BB4-D28157917872}" type="presOf" srcId="{770F745E-EB34-4467-9BE1-0C1126479444}" destId="{F573041D-28B6-46F1-888B-B30F05AD2A8C}" srcOrd="0" destOrd="0" presId="urn:microsoft.com/office/officeart/2005/8/layout/hList1"/>
    <dgm:cxn modelId="{CC6C14E5-BD83-4DCA-87D7-7081C571AC25}" srcId="{EA414077-6D46-4C32-AC73-307C6EAD509F}" destId="{8B2231AD-04FB-41B5-8F1F-BF9767D7FD8A}" srcOrd="0" destOrd="0" parTransId="{75206195-9455-471E-83B6-CB16B69B6468}" sibTransId="{8720A1CA-85B4-49CB-9990-EF4A48F9A589}"/>
    <dgm:cxn modelId="{488138E6-DE96-4348-9BCB-8797033596CD}" srcId="{EA414077-6D46-4C32-AC73-307C6EAD509F}" destId="{184FA807-8CAF-4B92-879C-83DC1B436A33}" srcOrd="2" destOrd="0" parTransId="{DF55DD83-851D-4E58-A920-6A5C2E5005A1}" sibTransId="{B667CD24-64AE-40B4-8679-BE04243EB50C}"/>
    <dgm:cxn modelId="{768BC7F3-CADC-4D7F-AD7B-1612A52C84A6}" srcId="{6C500FE8-4A14-4F6A-94A2-A81CFE13DDFF}" destId="{397FB9A1-9754-4977-871E-10038692F13E}" srcOrd="0" destOrd="0" parTransId="{BF6551E4-1ACD-4E51-A04D-5938141F319C}" sibTransId="{C08B2B21-F1C1-4EB8-A7FD-AE3DD12AC508}"/>
    <dgm:cxn modelId="{385CB25D-6D7A-4470-9593-BDFC24189F7D}" type="presParOf" srcId="{D83CEB8D-2C16-455D-9341-2E6DCADF0113}" destId="{DCAC054D-6209-45E3-B3A0-AF5C863B1309}" srcOrd="0" destOrd="0" presId="urn:microsoft.com/office/officeart/2005/8/layout/hList1"/>
    <dgm:cxn modelId="{A13209B6-7285-4B8E-9960-CAC96CDCB8E2}" type="presParOf" srcId="{DCAC054D-6209-45E3-B3A0-AF5C863B1309}" destId="{0DF2FA80-0FC5-49C7-8380-35E0F9803CFC}" srcOrd="0" destOrd="0" presId="urn:microsoft.com/office/officeart/2005/8/layout/hList1"/>
    <dgm:cxn modelId="{255DA43E-E5D4-46E8-B935-A7825EEF9C1B}" type="presParOf" srcId="{DCAC054D-6209-45E3-B3A0-AF5C863B1309}" destId="{F573041D-28B6-46F1-888B-B30F05AD2A8C}" srcOrd="1" destOrd="0" presId="urn:microsoft.com/office/officeart/2005/8/layout/hList1"/>
    <dgm:cxn modelId="{8E8727AE-D71C-4277-BB4B-7E8392501CC2}" type="presParOf" srcId="{D83CEB8D-2C16-455D-9341-2E6DCADF0113}" destId="{8D98972D-DF96-4A03-A02E-9082E2DF6201}" srcOrd="1" destOrd="0" presId="urn:microsoft.com/office/officeart/2005/8/layout/hList1"/>
    <dgm:cxn modelId="{1C869D61-E5E6-4711-B2E8-99FCDC1AD65F}" type="presParOf" srcId="{D83CEB8D-2C16-455D-9341-2E6DCADF0113}" destId="{82675D67-8DB7-4838-9FD4-6CC4B4B1C709}" srcOrd="2" destOrd="0" presId="urn:microsoft.com/office/officeart/2005/8/layout/hList1"/>
    <dgm:cxn modelId="{6FE05E97-BB5D-4BB3-93A8-0822AFA54EC9}" type="presParOf" srcId="{82675D67-8DB7-4838-9FD4-6CC4B4B1C709}" destId="{719E62F3-0D57-483F-88F3-167400763432}" srcOrd="0" destOrd="0" presId="urn:microsoft.com/office/officeart/2005/8/layout/hList1"/>
    <dgm:cxn modelId="{B20AE668-8E4B-4E6A-AE15-6A5BB8C1EB8A}" type="presParOf" srcId="{82675D67-8DB7-4838-9FD4-6CC4B4B1C709}" destId="{166487E2-8F23-458E-95C5-F350D9784E96}" srcOrd="1" destOrd="0" presId="urn:microsoft.com/office/officeart/2005/8/layout/hList1"/>
    <dgm:cxn modelId="{14792C52-4288-41BD-9719-185344D78236}" type="presParOf" srcId="{D83CEB8D-2C16-455D-9341-2E6DCADF0113}" destId="{7E786182-F5FC-4317-B815-7B29601EC386}" srcOrd="3" destOrd="0" presId="urn:microsoft.com/office/officeart/2005/8/layout/hList1"/>
    <dgm:cxn modelId="{23A2C88E-7499-4B18-B67C-A0E8F06F70FF}" type="presParOf" srcId="{D83CEB8D-2C16-455D-9341-2E6DCADF0113}" destId="{CAF5F144-D549-4C09-AC23-8E2D7AC0F621}" srcOrd="4" destOrd="0" presId="urn:microsoft.com/office/officeart/2005/8/layout/hList1"/>
    <dgm:cxn modelId="{4FC56B5D-9986-426C-A9B9-D4F0A6A01A11}" type="presParOf" srcId="{CAF5F144-D549-4C09-AC23-8E2D7AC0F621}" destId="{D27E8F43-99E4-4ED6-A6EE-D276AE8CEE07}" srcOrd="0" destOrd="0" presId="urn:microsoft.com/office/officeart/2005/8/layout/hList1"/>
    <dgm:cxn modelId="{65992A2E-B5CB-47A1-950F-E660C64C3667}" type="presParOf" srcId="{CAF5F144-D549-4C09-AC23-8E2D7AC0F621}" destId="{36B9005F-F922-4FFA-908F-5C497F261596}" srcOrd="1" destOrd="0" presId="urn:microsoft.com/office/officeart/2005/8/layout/hList1"/>
    <dgm:cxn modelId="{402D682C-8080-4FF4-9664-1B57BC4B9EA4}" type="presParOf" srcId="{D83CEB8D-2C16-455D-9341-2E6DCADF0113}" destId="{6D0D1896-83F7-432C-A5F4-406172E639DA}" srcOrd="5" destOrd="0" presId="urn:microsoft.com/office/officeart/2005/8/layout/hList1"/>
    <dgm:cxn modelId="{D960662C-134C-430F-9B75-BF1B24923750}" type="presParOf" srcId="{D83CEB8D-2C16-455D-9341-2E6DCADF0113}" destId="{7AD715AF-F463-430C-B954-D518D13A6E82}" srcOrd="6" destOrd="0" presId="urn:microsoft.com/office/officeart/2005/8/layout/hList1"/>
    <dgm:cxn modelId="{36B20B74-23D0-498F-8DD2-5E9AED149ECB}" type="presParOf" srcId="{7AD715AF-F463-430C-B954-D518D13A6E82}" destId="{2AD13425-D4F3-47E4-BEE5-A4ECB1603ADF}" srcOrd="0" destOrd="0" presId="urn:microsoft.com/office/officeart/2005/8/layout/hList1"/>
    <dgm:cxn modelId="{B61E1E6C-AFCE-4F90-955F-6DED680716EE}" type="presParOf" srcId="{7AD715AF-F463-430C-B954-D518D13A6E82}" destId="{34C44110-64DE-43AF-921D-F465667559E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AFFADA-4BD4-4F0F-8744-BF5DB43ABD61}" type="doc">
      <dgm:prSet loTypeId="urn:microsoft.com/office/officeart/2005/8/layout/cycle4" loCatId="matrix" qsTypeId="urn:microsoft.com/office/officeart/2005/8/quickstyle/simple1" qsCatId="simple" csTypeId="urn:microsoft.com/office/officeart/2005/8/colors/accent1_2" csCatId="accent1" phldr="1"/>
      <dgm:spPr/>
      <dgm:t>
        <a:bodyPr/>
        <a:lstStyle/>
        <a:p>
          <a:endParaRPr lang="en-IN"/>
        </a:p>
      </dgm:t>
    </dgm:pt>
    <dgm:pt modelId="{A0BAA583-5B94-4198-B67F-64928BC541D3}">
      <dgm:prSet/>
      <dgm:spPr/>
      <dgm:t>
        <a:bodyPr/>
        <a:lstStyle/>
        <a:p>
          <a:r>
            <a:rPr lang="en-IN" b="1"/>
            <a:t>Core Objective</a:t>
          </a:r>
          <a:endParaRPr lang="en-IN"/>
        </a:p>
      </dgm:t>
    </dgm:pt>
    <dgm:pt modelId="{3A23C734-0E2C-403F-8DA6-1C5168EC19FC}" type="parTrans" cxnId="{95EED5F4-B0B1-4324-891C-40235D1D248E}">
      <dgm:prSet/>
      <dgm:spPr/>
      <dgm:t>
        <a:bodyPr/>
        <a:lstStyle/>
        <a:p>
          <a:endParaRPr lang="en-IN"/>
        </a:p>
      </dgm:t>
    </dgm:pt>
    <dgm:pt modelId="{7F5A0346-50F2-48BD-9333-B1F314DA3E57}" type="sibTrans" cxnId="{95EED5F4-B0B1-4324-891C-40235D1D248E}">
      <dgm:prSet/>
      <dgm:spPr/>
      <dgm:t>
        <a:bodyPr/>
        <a:lstStyle/>
        <a:p>
          <a:endParaRPr lang="en-IN"/>
        </a:p>
      </dgm:t>
    </dgm:pt>
    <dgm:pt modelId="{CAD04B76-0241-4F9C-B2E8-531583A14C03}">
      <dgm:prSet custT="1"/>
      <dgm:spPr/>
      <dgm:t>
        <a:bodyPr/>
        <a:lstStyle/>
        <a:p>
          <a:r>
            <a:rPr lang="en-US" sz="1050" b="1" dirty="0"/>
            <a:t>To build a touchless virtual mouse system that uses gesture recognition with a normal webcam to replace traditional tangible hardware. The system is required to perform all basic mouse functions in real time and to an acceptable level of accuracy.</a:t>
          </a:r>
          <a:endParaRPr lang="en-IN" sz="1050" dirty="0"/>
        </a:p>
      </dgm:t>
    </dgm:pt>
    <dgm:pt modelId="{0C9430B3-4A94-4097-994F-74AE93D4AE50}" type="parTrans" cxnId="{46DEE298-50EB-47A1-A0FF-AD6A21476AB5}">
      <dgm:prSet/>
      <dgm:spPr/>
      <dgm:t>
        <a:bodyPr/>
        <a:lstStyle/>
        <a:p>
          <a:endParaRPr lang="en-IN"/>
        </a:p>
      </dgm:t>
    </dgm:pt>
    <dgm:pt modelId="{124F1C71-7FCC-47C0-BC9A-0DA0E4C6F5FD}" type="sibTrans" cxnId="{46DEE298-50EB-47A1-A0FF-AD6A21476AB5}">
      <dgm:prSet/>
      <dgm:spPr/>
      <dgm:t>
        <a:bodyPr/>
        <a:lstStyle/>
        <a:p>
          <a:endParaRPr lang="en-IN"/>
        </a:p>
      </dgm:t>
    </dgm:pt>
    <dgm:pt modelId="{75785271-9CBE-4E68-B18D-ABAC1C19A713}">
      <dgm:prSet/>
      <dgm:spPr/>
      <dgm:t>
        <a:bodyPr/>
        <a:lstStyle/>
        <a:p>
          <a:r>
            <a:rPr lang="en-IN" b="1" dirty="0"/>
            <a:t>Functional Objectives</a:t>
          </a:r>
          <a:endParaRPr lang="en-IN" dirty="0"/>
        </a:p>
      </dgm:t>
    </dgm:pt>
    <dgm:pt modelId="{6DFA4682-8847-4927-98A3-4D52574A034C}" type="parTrans" cxnId="{BCFD061E-3E98-4B21-ACD2-56BB8BA6DE09}">
      <dgm:prSet/>
      <dgm:spPr/>
      <dgm:t>
        <a:bodyPr/>
        <a:lstStyle/>
        <a:p>
          <a:endParaRPr lang="en-IN"/>
        </a:p>
      </dgm:t>
    </dgm:pt>
    <dgm:pt modelId="{9897F182-8F59-49AC-9D9A-2E84C72EE416}" type="sibTrans" cxnId="{BCFD061E-3E98-4B21-ACD2-56BB8BA6DE09}">
      <dgm:prSet/>
      <dgm:spPr/>
      <dgm:t>
        <a:bodyPr/>
        <a:lstStyle/>
        <a:p>
          <a:endParaRPr lang="en-IN"/>
        </a:p>
      </dgm:t>
    </dgm:pt>
    <dgm:pt modelId="{E708AC6B-7EDA-4BFB-BFB9-7284FDEBA00E}">
      <dgm:prSet custT="1"/>
      <dgm:spPr/>
      <dgm:t>
        <a:bodyPr/>
        <a:lstStyle/>
        <a:p>
          <a:r>
            <a:rPr lang="en-US" sz="900" b="1" dirty="0"/>
            <a:t>Cursor Movement → The hand gestures should control the cursor movement on the screen smoothly, with no noticeable delay. </a:t>
          </a:r>
          <a:endParaRPr lang="en-IN" sz="900" dirty="0"/>
        </a:p>
      </dgm:t>
    </dgm:pt>
    <dgm:pt modelId="{81962E99-4574-42EE-A171-3A95B5C8231A}" type="parTrans" cxnId="{40687454-EE37-4CC5-880E-E5B648EB2A5B}">
      <dgm:prSet/>
      <dgm:spPr/>
      <dgm:t>
        <a:bodyPr/>
        <a:lstStyle/>
        <a:p>
          <a:endParaRPr lang="en-IN"/>
        </a:p>
      </dgm:t>
    </dgm:pt>
    <dgm:pt modelId="{12DF5AE6-157E-4C0E-9FBD-81D22B24FCCA}" type="sibTrans" cxnId="{40687454-EE37-4CC5-880E-E5B648EB2A5B}">
      <dgm:prSet/>
      <dgm:spPr/>
      <dgm:t>
        <a:bodyPr/>
        <a:lstStyle/>
        <a:p>
          <a:endParaRPr lang="en-IN"/>
        </a:p>
      </dgm:t>
    </dgm:pt>
    <dgm:pt modelId="{BC305D42-9A76-493B-92F7-E0AEA78704BC}">
      <dgm:prSet custT="1"/>
      <dgm:spPr/>
      <dgm:t>
        <a:bodyPr/>
        <a:lstStyle/>
        <a:p>
          <a:r>
            <a:rPr lang="en-US" sz="900" b="1" dirty="0"/>
            <a:t>Click Actions → The gestures must be used to reliably replicate single click, double click, and right click actions. </a:t>
          </a:r>
          <a:endParaRPr lang="en-IN" sz="900" dirty="0"/>
        </a:p>
      </dgm:t>
    </dgm:pt>
    <dgm:pt modelId="{F63619A4-CCBB-48B5-996D-D3A924921258}" type="parTrans" cxnId="{B38B27BE-AFE0-41AE-BCB4-1FDAD6BCBADA}">
      <dgm:prSet/>
      <dgm:spPr/>
      <dgm:t>
        <a:bodyPr/>
        <a:lstStyle/>
        <a:p>
          <a:endParaRPr lang="en-IN"/>
        </a:p>
      </dgm:t>
    </dgm:pt>
    <dgm:pt modelId="{DE20AA10-C80B-44D6-8C7F-F98C4F268541}" type="sibTrans" cxnId="{B38B27BE-AFE0-41AE-BCB4-1FDAD6BCBADA}">
      <dgm:prSet/>
      <dgm:spPr/>
      <dgm:t>
        <a:bodyPr/>
        <a:lstStyle/>
        <a:p>
          <a:endParaRPr lang="en-IN"/>
        </a:p>
      </dgm:t>
    </dgm:pt>
    <dgm:pt modelId="{128C33A3-0AAB-49AC-B00C-9E3586D80F6F}">
      <dgm:prSet custT="1"/>
      <dgm:spPr/>
      <dgm:t>
        <a:bodyPr/>
        <a:lstStyle/>
        <a:p>
          <a:r>
            <a:rPr lang="en-US" sz="900" b="1" dirty="0"/>
            <a:t>Advanced Mouse Features → Additional mouse functions, such as drag-and-drop, scrolling, and selections, that are missing from most previous systems. </a:t>
          </a:r>
          <a:endParaRPr lang="en-IN" sz="900" dirty="0"/>
        </a:p>
      </dgm:t>
    </dgm:pt>
    <dgm:pt modelId="{57C75ACA-C37E-4325-8697-4ADFE833AEF1}" type="parTrans" cxnId="{AC19463D-9753-419B-866F-9C01C45E88E2}">
      <dgm:prSet/>
      <dgm:spPr/>
      <dgm:t>
        <a:bodyPr/>
        <a:lstStyle/>
        <a:p>
          <a:endParaRPr lang="en-IN"/>
        </a:p>
      </dgm:t>
    </dgm:pt>
    <dgm:pt modelId="{2EE72992-43B1-48E7-A99F-EDBEBB7DE2E6}" type="sibTrans" cxnId="{AC19463D-9753-419B-866F-9C01C45E88E2}">
      <dgm:prSet/>
      <dgm:spPr/>
      <dgm:t>
        <a:bodyPr/>
        <a:lstStyle/>
        <a:p>
          <a:endParaRPr lang="en-IN"/>
        </a:p>
      </dgm:t>
    </dgm:pt>
    <dgm:pt modelId="{341034B2-24AA-4450-8786-87A694804F7B}">
      <dgm:prSet custT="1"/>
      <dgm:spPr/>
      <dgm:t>
        <a:bodyPr/>
        <a:lstStyle/>
        <a:p>
          <a:r>
            <a:rPr lang="en-US" sz="900" b="1" dirty="0"/>
            <a:t>Reliability Improvements → There is the opportunity to use filtering/smoothing techniques to remove jitter in cursor and unintentional clicks.</a:t>
          </a:r>
          <a:endParaRPr lang="en-IN" sz="900" dirty="0"/>
        </a:p>
      </dgm:t>
    </dgm:pt>
    <dgm:pt modelId="{548097F4-0894-4CCB-ADAD-E5951B066BAB}" type="parTrans" cxnId="{7E21FEB8-B4F9-49C4-A157-8C5D1940E07A}">
      <dgm:prSet/>
      <dgm:spPr/>
      <dgm:t>
        <a:bodyPr/>
        <a:lstStyle/>
        <a:p>
          <a:endParaRPr lang="en-IN"/>
        </a:p>
      </dgm:t>
    </dgm:pt>
    <dgm:pt modelId="{DFB15BCD-C714-4F0D-B171-6084F2ECE133}" type="sibTrans" cxnId="{7E21FEB8-B4F9-49C4-A157-8C5D1940E07A}">
      <dgm:prSet/>
      <dgm:spPr/>
      <dgm:t>
        <a:bodyPr/>
        <a:lstStyle/>
        <a:p>
          <a:endParaRPr lang="en-IN"/>
        </a:p>
      </dgm:t>
    </dgm:pt>
    <dgm:pt modelId="{51407474-EE5D-41DD-9ECC-D6C9AA5C11A8}">
      <dgm:prSet/>
      <dgm:spPr/>
      <dgm:t>
        <a:bodyPr/>
        <a:lstStyle/>
        <a:p>
          <a:r>
            <a:rPr lang="en-IN" b="1"/>
            <a:t>User-Centric Objectives</a:t>
          </a:r>
          <a:endParaRPr lang="en-IN"/>
        </a:p>
      </dgm:t>
    </dgm:pt>
    <dgm:pt modelId="{9F6C15DD-EA3E-4C45-A209-429781A37AE3}" type="parTrans" cxnId="{4743613C-EF88-496F-9672-D53D5F391CC7}">
      <dgm:prSet/>
      <dgm:spPr/>
      <dgm:t>
        <a:bodyPr/>
        <a:lstStyle/>
        <a:p>
          <a:endParaRPr lang="en-IN"/>
        </a:p>
      </dgm:t>
    </dgm:pt>
    <dgm:pt modelId="{D1A974A9-E45B-48A8-85AA-A00154A1ADFC}" type="sibTrans" cxnId="{4743613C-EF88-496F-9672-D53D5F391CC7}">
      <dgm:prSet/>
      <dgm:spPr/>
      <dgm:t>
        <a:bodyPr/>
        <a:lstStyle/>
        <a:p>
          <a:endParaRPr lang="en-IN"/>
        </a:p>
      </dgm:t>
    </dgm:pt>
    <dgm:pt modelId="{06054EE5-6C6C-40BE-87A0-A5B9C4A24A8F}">
      <dgm:prSet custT="1"/>
      <dgm:spPr/>
      <dgm:t>
        <a:bodyPr/>
        <a:lstStyle/>
        <a:p>
          <a:r>
            <a:rPr lang="en-US" sz="1050" b="1" dirty="0"/>
            <a:t>Allow those with mobility limitations to access to devices, leading to improved accessibility for all users who cannot interact with physical devices.</a:t>
          </a:r>
          <a:endParaRPr lang="en-IN" sz="1050" dirty="0"/>
        </a:p>
      </dgm:t>
    </dgm:pt>
    <dgm:pt modelId="{F5A8D6A2-9035-4369-9DA2-60AF041E928C}" type="parTrans" cxnId="{9AAC75AB-6369-404C-AABE-744F07FD30A1}">
      <dgm:prSet/>
      <dgm:spPr/>
      <dgm:t>
        <a:bodyPr/>
        <a:lstStyle/>
        <a:p>
          <a:endParaRPr lang="en-IN"/>
        </a:p>
      </dgm:t>
    </dgm:pt>
    <dgm:pt modelId="{D459CC2D-3564-4E2D-8A30-67856F7CCDC3}" type="sibTrans" cxnId="{9AAC75AB-6369-404C-AABE-744F07FD30A1}">
      <dgm:prSet/>
      <dgm:spPr/>
      <dgm:t>
        <a:bodyPr/>
        <a:lstStyle/>
        <a:p>
          <a:endParaRPr lang="en-IN"/>
        </a:p>
      </dgm:t>
    </dgm:pt>
    <dgm:pt modelId="{FF72C2B3-B045-481C-8338-FD5B04147B47}">
      <dgm:prSet custT="1"/>
      <dgm:spPr/>
      <dgm:t>
        <a:bodyPr/>
        <a:lstStyle/>
        <a:p>
          <a:r>
            <a:rPr lang="en-US" sz="1050" b="1" dirty="0"/>
            <a:t>Reduce dependence on shared devices, improving hygiene and safety in environments like labs or offices.</a:t>
          </a:r>
          <a:endParaRPr lang="en-IN" sz="1050" dirty="0"/>
        </a:p>
      </dgm:t>
    </dgm:pt>
    <dgm:pt modelId="{FDD85056-4648-4000-BE9E-727564AB9D7B}" type="parTrans" cxnId="{1E3669BE-931C-4619-9F1C-3A735DB427F9}">
      <dgm:prSet/>
      <dgm:spPr/>
      <dgm:t>
        <a:bodyPr/>
        <a:lstStyle/>
        <a:p>
          <a:endParaRPr lang="en-IN"/>
        </a:p>
      </dgm:t>
    </dgm:pt>
    <dgm:pt modelId="{AFFBCCB6-87CB-48C3-A65D-CDB1F077689A}" type="sibTrans" cxnId="{1E3669BE-931C-4619-9F1C-3A735DB427F9}">
      <dgm:prSet/>
      <dgm:spPr/>
      <dgm:t>
        <a:bodyPr/>
        <a:lstStyle/>
        <a:p>
          <a:endParaRPr lang="en-IN"/>
        </a:p>
      </dgm:t>
    </dgm:pt>
    <dgm:pt modelId="{B479D3C1-11E6-47C6-9E8A-EDAA1A9BDCC1}">
      <dgm:prSet/>
      <dgm:spPr/>
      <dgm:t>
        <a:bodyPr/>
        <a:lstStyle/>
        <a:p>
          <a:r>
            <a:rPr lang="en-IN" b="1"/>
            <a:t>Long-Term Objective</a:t>
          </a:r>
          <a:endParaRPr lang="en-IN"/>
        </a:p>
      </dgm:t>
    </dgm:pt>
    <dgm:pt modelId="{9EC88AF6-E10E-4583-9EC7-A48DFB079AFD}" type="parTrans" cxnId="{906A91FE-1B4E-4A2A-8A41-7FF93491BAF8}">
      <dgm:prSet/>
      <dgm:spPr/>
      <dgm:t>
        <a:bodyPr/>
        <a:lstStyle/>
        <a:p>
          <a:endParaRPr lang="en-IN"/>
        </a:p>
      </dgm:t>
    </dgm:pt>
    <dgm:pt modelId="{4EF0D314-9493-4945-AD2D-A56F9814423A}" type="sibTrans" cxnId="{906A91FE-1B4E-4A2A-8A41-7FF93491BAF8}">
      <dgm:prSet/>
      <dgm:spPr/>
      <dgm:t>
        <a:bodyPr/>
        <a:lstStyle/>
        <a:p>
          <a:endParaRPr lang="en-IN"/>
        </a:p>
      </dgm:t>
    </dgm:pt>
    <dgm:pt modelId="{6C4D28DE-825D-4FC5-BA55-8360EDAA6FAF}">
      <dgm:prSet custT="1"/>
      <dgm:spPr/>
      <dgm:t>
        <a:bodyPr/>
        <a:lstStyle/>
        <a:p>
          <a:r>
            <a:rPr lang="en-US" sz="1200" b="1" dirty="0"/>
            <a:t>Create a gesture-based HCI system that has the potential to be relatively suitable and deployable in the real-world, establishing a usable replacement (rather than experimental prototype) of the physical mouse.</a:t>
          </a:r>
          <a:endParaRPr lang="en-IN" sz="1200" dirty="0"/>
        </a:p>
      </dgm:t>
    </dgm:pt>
    <dgm:pt modelId="{227E8621-C4A4-4530-B1EA-19026EAEA504}" type="parTrans" cxnId="{FBA254FF-C38D-4280-BB4C-C27F2F9EF739}">
      <dgm:prSet/>
      <dgm:spPr/>
      <dgm:t>
        <a:bodyPr/>
        <a:lstStyle/>
        <a:p>
          <a:endParaRPr lang="en-IN"/>
        </a:p>
      </dgm:t>
    </dgm:pt>
    <dgm:pt modelId="{47671F62-DFFA-4AA7-9FC7-EEA927D76F75}" type="sibTrans" cxnId="{FBA254FF-C38D-4280-BB4C-C27F2F9EF739}">
      <dgm:prSet/>
      <dgm:spPr/>
      <dgm:t>
        <a:bodyPr/>
        <a:lstStyle/>
        <a:p>
          <a:endParaRPr lang="en-IN"/>
        </a:p>
      </dgm:t>
    </dgm:pt>
    <dgm:pt modelId="{5721B441-2185-44EC-97E2-FA91E04781B1}" type="pres">
      <dgm:prSet presAssocID="{13AFFADA-4BD4-4F0F-8744-BF5DB43ABD61}" presName="cycleMatrixDiagram" presStyleCnt="0">
        <dgm:presLayoutVars>
          <dgm:chMax val="1"/>
          <dgm:dir/>
          <dgm:animLvl val="lvl"/>
          <dgm:resizeHandles val="exact"/>
        </dgm:presLayoutVars>
      </dgm:prSet>
      <dgm:spPr/>
    </dgm:pt>
    <dgm:pt modelId="{DEF41AB1-A109-4A38-A6B8-0A80588338C9}" type="pres">
      <dgm:prSet presAssocID="{13AFFADA-4BD4-4F0F-8744-BF5DB43ABD61}" presName="children" presStyleCnt="0"/>
      <dgm:spPr/>
    </dgm:pt>
    <dgm:pt modelId="{189FA298-C316-4630-A4C3-9CD73DBA5D87}" type="pres">
      <dgm:prSet presAssocID="{13AFFADA-4BD4-4F0F-8744-BF5DB43ABD61}" presName="child1group" presStyleCnt="0"/>
      <dgm:spPr/>
    </dgm:pt>
    <dgm:pt modelId="{3E98D7C4-9807-44C1-A2A4-9668F1E62170}" type="pres">
      <dgm:prSet presAssocID="{13AFFADA-4BD4-4F0F-8744-BF5DB43ABD61}" presName="child1" presStyleLbl="bgAcc1" presStyleIdx="0" presStyleCnt="4" custScaleY="106456" custLinFactNeighborX="-20564" custLinFactNeighborY="3472"/>
      <dgm:spPr/>
    </dgm:pt>
    <dgm:pt modelId="{8C9D9730-5EBB-4EC7-BEE7-E28C256214F9}" type="pres">
      <dgm:prSet presAssocID="{13AFFADA-4BD4-4F0F-8744-BF5DB43ABD61}" presName="child1Text" presStyleLbl="bgAcc1" presStyleIdx="0" presStyleCnt="4">
        <dgm:presLayoutVars>
          <dgm:bulletEnabled val="1"/>
        </dgm:presLayoutVars>
      </dgm:prSet>
      <dgm:spPr/>
    </dgm:pt>
    <dgm:pt modelId="{DAE1CF6C-F916-4BD2-9EFF-401932A199B3}" type="pres">
      <dgm:prSet presAssocID="{13AFFADA-4BD4-4F0F-8744-BF5DB43ABD61}" presName="child2group" presStyleCnt="0"/>
      <dgm:spPr/>
    </dgm:pt>
    <dgm:pt modelId="{0632DEB8-734F-45C3-AB2C-620CE4A2F113}" type="pres">
      <dgm:prSet presAssocID="{13AFFADA-4BD4-4F0F-8744-BF5DB43ABD61}" presName="child2" presStyleLbl="bgAcc1" presStyleIdx="1" presStyleCnt="4" custScaleY="146262" custLinFactNeighborX="22785" custLinFactNeighborY="27300"/>
      <dgm:spPr/>
    </dgm:pt>
    <dgm:pt modelId="{AE9E7BAC-2A4A-4AA1-B128-5FC2AD3CD287}" type="pres">
      <dgm:prSet presAssocID="{13AFFADA-4BD4-4F0F-8744-BF5DB43ABD61}" presName="child2Text" presStyleLbl="bgAcc1" presStyleIdx="1" presStyleCnt="4">
        <dgm:presLayoutVars>
          <dgm:bulletEnabled val="1"/>
        </dgm:presLayoutVars>
      </dgm:prSet>
      <dgm:spPr/>
    </dgm:pt>
    <dgm:pt modelId="{BC80FCFD-FD02-4D88-8683-F42B1E18A9DF}" type="pres">
      <dgm:prSet presAssocID="{13AFFADA-4BD4-4F0F-8744-BF5DB43ABD61}" presName="child3group" presStyleCnt="0"/>
      <dgm:spPr/>
    </dgm:pt>
    <dgm:pt modelId="{CB7E194F-E650-4F61-AD31-8584E6D916ED}" type="pres">
      <dgm:prSet presAssocID="{13AFFADA-4BD4-4F0F-8744-BF5DB43ABD61}" presName="child3" presStyleLbl="bgAcc1" presStyleIdx="2" presStyleCnt="4" custScaleY="148215" custLinFactNeighborX="19879" custLinFactNeighborY="-22010"/>
      <dgm:spPr/>
    </dgm:pt>
    <dgm:pt modelId="{5FE7CE96-8DC2-4122-9A03-BCC192DF1B1B}" type="pres">
      <dgm:prSet presAssocID="{13AFFADA-4BD4-4F0F-8744-BF5DB43ABD61}" presName="child3Text" presStyleLbl="bgAcc1" presStyleIdx="2" presStyleCnt="4">
        <dgm:presLayoutVars>
          <dgm:bulletEnabled val="1"/>
        </dgm:presLayoutVars>
      </dgm:prSet>
      <dgm:spPr/>
    </dgm:pt>
    <dgm:pt modelId="{D7C702F5-67F6-4945-97F9-A4EBE70F06C8}" type="pres">
      <dgm:prSet presAssocID="{13AFFADA-4BD4-4F0F-8744-BF5DB43ABD61}" presName="child4group" presStyleCnt="0"/>
      <dgm:spPr/>
    </dgm:pt>
    <dgm:pt modelId="{2335A9F5-332A-4C24-9026-60E6BD1D9E9F}" type="pres">
      <dgm:prSet presAssocID="{13AFFADA-4BD4-4F0F-8744-BF5DB43ABD61}" presName="child4" presStyleLbl="bgAcc1" presStyleIdx="3" presStyleCnt="4" custScaleY="140721" custLinFactNeighborX="-20564" custLinFactNeighborY="-21825"/>
      <dgm:spPr/>
    </dgm:pt>
    <dgm:pt modelId="{D04E9825-EA8F-4E50-8C97-B4045CFBFE75}" type="pres">
      <dgm:prSet presAssocID="{13AFFADA-4BD4-4F0F-8744-BF5DB43ABD61}" presName="child4Text" presStyleLbl="bgAcc1" presStyleIdx="3" presStyleCnt="4">
        <dgm:presLayoutVars>
          <dgm:bulletEnabled val="1"/>
        </dgm:presLayoutVars>
      </dgm:prSet>
      <dgm:spPr/>
    </dgm:pt>
    <dgm:pt modelId="{5C00F3DA-57BB-4F1F-817F-CBF59856B0D6}" type="pres">
      <dgm:prSet presAssocID="{13AFFADA-4BD4-4F0F-8744-BF5DB43ABD61}" presName="childPlaceholder" presStyleCnt="0"/>
      <dgm:spPr/>
    </dgm:pt>
    <dgm:pt modelId="{8231D42E-5256-4B13-AF24-C9CB76048303}" type="pres">
      <dgm:prSet presAssocID="{13AFFADA-4BD4-4F0F-8744-BF5DB43ABD61}" presName="circle" presStyleCnt="0"/>
      <dgm:spPr/>
    </dgm:pt>
    <dgm:pt modelId="{0A95B0AF-A017-4FD4-B82D-A663397ECECE}" type="pres">
      <dgm:prSet presAssocID="{13AFFADA-4BD4-4F0F-8744-BF5DB43ABD61}" presName="quadrant1" presStyleLbl="node1" presStyleIdx="0" presStyleCnt="4">
        <dgm:presLayoutVars>
          <dgm:chMax val="1"/>
          <dgm:bulletEnabled val="1"/>
        </dgm:presLayoutVars>
      </dgm:prSet>
      <dgm:spPr/>
    </dgm:pt>
    <dgm:pt modelId="{EF61BB15-55F5-47DB-A391-C8143DB851EF}" type="pres">
      <dgm:prSet presAssocID="{13AFFADA-4BD4-4F0F-8744-BF5DB43ABD61}" presName="quadrant2" presStyleLbl="node1" presStyleIdx="1" presStyleCnt="4">
        <dgm:presLayoutVars>
          <dgm:chMax val="1"/>
          <dgm:bulletEnabled val="1"/>
        </dgm:presLayoutVars>
      </dgm:prSet>
      <dgm:spPr/>
    </dgm:pt>
    <dgm:pt modelId="{6C091221-7796-4085-9814-3404DCDFBFC8}" type="pres">
      <dgm:prSet presAssocID="{13AFFADA-4BD4-4F0F-8744-BF5DB43ABD61}" presName="quadrant3" presStyleLbl="node1" presStyleIdx="2" presStyleCnt="4">
        <dgm:presLayoutVars>
          <dgm:chMax val="1"/>
          <dgm:bulletEnabled val="1"/>
        </dgm:presLayoutVars>
      </dgm:prSet>
      <dgm:spPr/>
    </dgm:pt>
    <dgm:pt modelId="{678AD24C-338A-4B71-9F04-4E1A5C587769}" type="pres">
      <dgm:prSet presAssocID="{13AFFADA-4BD4-4F0F-8744-BF5DB43ABD61}" presName="quadrant4" presStyleLbl="node1" presStyleIdx="3" presStyleCnt="4">
        <dgm:presLayoutVars>
          <dgm:chMax val="1"/>
          <dgm:bulletEnabled val="1"/>
        </dgm:presLayoutVars>
      </dgm:prSet>
      <dgm:spPr/>
    </dgm:pt>
    <dgm:pt modelId="{9B674991-D9AA-40FC-8E69-3F998FD598B4}" type="pres">
      <dgm:prSet presAssocID="{13AFFADA-4BD4-4F0F-8744-BF5DB43ABD61}" presName="quadrantPlaceholder" presStyleCnt="0"/>
      <dgm:spPr/>
    </dgm:pt>
    <dgm:pt modelId="{6C0080DE-F2DE-4D7F-8DA4-C761B3F3FD62}" type="pres">
      <dgm:prSet presAssocID="{13AFFADA-4BD4-4F0F-8744-BF5DB43ABD61}" presName="center1" presStyleLbl="fgShp" presStyleIdx="0" presStyleCnt="2"/>
      <dgm:spPr/>
    </dgm:pt>
    <dgm:pt modelId="{C2B55E1C-26A8-45B8-B05B-C50651EEED03}" type="pres">
      <dgm:prSet presAssocID="{13AFFADA-4BD4-4F0F-8744-BF5DB43ABD61}" presName="center2" presStyleLbl="fgShp" presStyleIdx="1" presStyleCnt="2"/>
      <dgm:spPr/>
    </dgm:pt>
  </dgm:ptLst>
  <dgm:cxnLst>
    <dgm:cxn modelId="{647F6A00-1DBC-437C-BB41-6D855AD5A269}" type="presOf" srcId="{B479D3C1-11E6-47C6-9E8A-EDAA1A9BDCC1}" destId="{678AD24C-338A-4B71-9F04-4E1A5C587769}" srcOrd="0" destOrd="0" presId="urn:microsoft.com/office/officeart/2005/8/layout/cycle4"/>
    <dgm:cxn modelId="{BCFD061E-3E98-4B21-ACD2-56BB8BA6DE09}" srcId="{13AFFADA-4BD4-4F0F-8744-BF5DB43ABD61}" destId="{75785271-9CBE-4E68-B18D-ABAC1C19A713}" srcOrd="1" destOrd="0" parTransId="{6DFA4682-8847-4927-98A3-4D52574A034C}" sibTransId="{9897F182-8F59-49AC-9D9A-2E84C72EE416}"/>
    <dgm:cxn modelId="{F015171F-C192-4113-A86D-4E9D49E0015E}" type="presOf" srcId="{6C4D28DE-825D-4FC5-BA55-8360EDAA6FAF}" destId="{2335A9F5-332A-4C24-9026-60E6BD1D9E9F}" srcOrd="0" destOrd="0" presId="urn:microsoft.com/office/officeart/2005/8/layout/cycle4"/>
    <dgm:cxn modelId="{7560FD22-87CA-4E31-94B0-BD7BC555639D}" type="presOf" srcId="{BC305D42-9A76-493B-92F7-E0AEA78704BC}" destId="{AE9E7BAC-2A4A-4AA1-B128-5FC2AD3CD287}" srcOrd="1" destOrd="1" presId="urn:microsoft.com/office/officeart/2005/8/layout/cycle4"/>
    <dgm:cxn modelId="{42A0DB33-3A51-4206-97C0-4E4A76EDBA0A}" type="presOf" srcId="{FF72C2B3-B045-481C-8338-FD5B04147B47}" destId="{5FE7CE96-8DC2-4122-9A03-BCC192DF1B1B}" srcOrd="1" destOrd="1" presId="urn:microsoft.com/office/officeart/2005/8/layout/cycle4"/>
    <dgm:cxn modelId="{9360D13B-B68B-48EC-BB58-9590DC3F0F16}" type="presOf" srcId="{341034B2-24AA-4450-8786-87A694804F7B}" destId="{0632DEB8-734F-45C3-AB2C-620CE4A2F113}" srcOrd="0" destOrd="3" presId="urn:microsoft.com/office/officeart/2005/8/layout/cycle4"/>
    <dgm:cxn modelId="{4743613C-EF88-496F-9672-D53D5F391CC7}" srcId="{13AFFADA-4BD4-4F0F-8744-BF5DB43ABD61}" destId="{51407474-EE5D-41DD-9ECC-D6C9AA5C11A8}" srcOrd="2" destOrd="0" parTransId="{9F6C15DD-EA3E-4C45-A209-429781A37AE3}" sibTransId="{D1A974A9-E45B-48A8-85AA-A00154A1ADFC}"/>
    <dgm:cxn modelId="{AC19463D-9753-419B-866F-9C01C45E88E2}" srcId="{75785271-9CBE-4E68-B18D-ABAC1C19A713}" destId="{128C33A3-0AAB-49AC-B00C-9E3586D80F6F}" srcOrd="2" destOrd="0" parTransId="{57C75ACA-C37E-4325-8697-4ADFE833AEF1}" sibTransId="{2EE72992-43B1-48E7-A99F-EDBEBB7DE2E6}"/>
    <dgm:cxn modelId="{D43CED5C-2C10-43A9-A70C-A624462104B3}" type="presOf" srcId="{6C4D28DE-825D-4FC5-BA55-8360EDAA6FAF}" destId="{D04E9825-EA8F-4E50-8C97-B4045CFBFE75}" srcOrd="1" destOrd="0" presId="urn:microsoft.com/office/officeart/2005/8/layout/cycle4"/>
    <dgm:cxn modelId="{D30A9B4D-4DEB-4EEC-A668-B2F85F9A9B35}" type="presOf" srcId="{06054EE5-6C6C-40BE-87A0-A5B9C4A24A8F}" destId="{5FE7CE96-8DC2-4122-9A03-BCC192DF1B1B}" srcOrd="1" destOrd="0" presId="urn:microsoft.com/office/officeart/2005/8/layout/cycle4"/>
    <dgm:cxn modelId="{6A08864F-D7AB-4ACB-BF68-07485A71A357}" type="presOf" srcId="{E708AC6B-7EDA-4BFB-BFB9-7284FDEBA00E}" destId="{AE9E7BAC-2A4A-4AA1-B128-5FC2AD3CD287}" srcOrd="1" destOrd="0" presId="urn:microsoft.com/office/officeart/2005/8/layout/cycle4"/>
    <dgm:cxn modelId="{40687454-EE37-4CC5-880E-E5B648EB2A5B}" srcId="{75785271-9CBE-4E68-B18D-ABAC1C19A713}" destId="{E708AC6B-7EDA-4BFB-BFB9-7284FDEBA00E}" srcOrd="0" destOrd="0" parTransId="{81962E99-4574-42EE-A171-3A95B5C8231A}" sibTransId="{12DF5AE6-157E-4C0E-9FBD-81D22B24FCCA}"/>
    <dgm:cxn modelId="{F6845D75-F1C8-4780-AA82-C9C8BCF2056F}" type="presOf" srcId="{128C33A3-0AAB-49AC-B00C-9E3586D80F6F}" destId="{AE9E7BAC-2A4A-4AA1-B128-5FC2AD3CD287}" srcOrd="1" destOrd="2" presId="urn:microsoft.com/office/officeart/2005/8/layout/cycle4"/>
    <dgm:cxn modelId="{A1DAF577-C868-4A72-A6A0-CE9CEBACFE79}" type="presOf" srcId="{E708AC6B-7EDA-4BFB-BFB9-7284FDEBA00E}" destId="{0632DEB8-734F-45C3-AB2C-620CE4A2F113}" srcOrd="0" destOrd="0" presId="urn:microsoft.com/office/officeart/2005/8/layout/cycle4"/>
    <dgm:cxn modelId="{583D7179-ADEB-48E8-941D-B1CB65DA3BAF}" type="presOf" srcId="{CAD04B76-0241-4F9C-B2E8-531583A14C03}" destId="{3E98D7C4-9807-44C1-A2A4-9668F1E62170}" srcOrd="0" destOrd="0" presId="urn:microsoft.com/office/officeart/2005/8/layout/cycle4"/>
    <dgm:cxn modelId="{FD5A997F-C246-4E4D-B611-700DBD0E49F1}" type="presOf" srcId="{FF72C2B3-B045-481C-8338-FD5B04147B47}" destId="{CB7E194F-E650-4F61-AD31-8584E6D916ED}" srcOrd="0" destOrd="1" presId="urn:microsoft.com/office/officeart/2005/8/layout/cycle4"/>
    <dgm:cxn modelId="{46DEE298-50EB-47A1-A0FF-AD6A21476AB5}" srcId="{A0BAA583-5B94-4198-B67F-64928BC541D3}" destId="{CAD04B76-0241-4F9C-B2E8-531583A14C03}" srcOrd="0" destOrd="0" parTransId="{0C9430B3-4A94-4097-994F-74AE93D4AE50}" sibTransId="{124F1C71-7FCC-47C0-BC9A-0DA0E4C6F5FD}"/>
    <dgm:cxn modelId="{585523A1-723B-4DFD-BC29-0F6C43884048}" type="presOf" srcId="{341034B2-24AA-4450-8786-87A694804F7B}" destId="{AE9E7BAC-2A4A-4AA1-B128-5FC2AD3CD287}" srcOrd="1" destOrd="3" presId="urn:microsoft.com/office/officeart/2005/8/layout/cycle4"/>
    <dgm:cxn modelId="{DDEA8CA6-C883-4136-BF8A-716A6480DD1F}" type="presOf" srcId="{13AFFADA-4BD4-4F0F-8744-BF5DB43ABD61}" destId="{5721B441-2185-44EC-97E2-FA91E04781B1}" srcOrd="0" destOrd="0" presId="urn:microsoft.com/office/officeart/2005/8/layout/cycle4"/>
    <dgm:cxn modelId="{9AAC75AB-6369-404C-AABE-744F07FD30A1}" srcId="{51407474-EE5D-41DD-9ECC-D6C9AA5C11A8}" destId="{06054EE5-6C6C-40BE-87A0-A5B9C4A24A8F}" srcOrd="0" destOrd="0" parTransId="{F5A8D6A2-9035-4369-9DA2-60AF041E928C}" sibTransId="{D459CC2D-3564-4E2D-8A30-67856F7CCDC3}"/>
    <dgm:cxn modelId="{5FDB3CAF-507B-4404-B36A-2D5D1D31FAAC}" type="presOf" srcId="{A0BAA583-5B94-4198-B67F-64928BC541D3}" destId="{0A95B0AF-A017-4FD4-B82D-A663397ECECE}" srcOrd="0" destOrd="0" presId="urn:microsoft.com/office/officeart/2005/8/layout/cycle4"/>
    <dgm:cxn modelId="{C4E9E2B4-6370-492C-828A-A6328B28061B}" type="presOf" srcId="{CAD04B76-0241-4F9C-B2E8-531583A14C03}" destId="{8C9D9730-5EBB-4EC7-BEE7-E28C256214F9}" srcOrd="1" destOrd="0" presId="urn:microsoft.com/office/officeart/2005/8/layout/cycle4"/>
    <dgm:cxn modelId="{7E21FEB8-B4F9-49C4-A157-8C5D1940E07A}" srcId="{75785271-9CBE-4E68-B18D-ABAC1C19A713}" destId="{341034B2-24AA-4450-8786-87A694804F7B}" srcOrd="3" destOrd="0" parTransId="{548097F4-0894-4CCB-ADAD-E5951B066BAB}" sibTransId="{DFB15BCD-C714-4F0D-B171-6084F2ECE133}"/>
    <dgm:cxn modelId="{A19207B9-DDD6-417D-894A-091A486124E1}" type="presOf" srcId="{51407474-EE5D-41DD-9ECC-D6C9AA5C11A8}" destId="{6C091221-7796-4085-9814-3404DCDFBFC8}" srcOrd="0" destOrd="0" presId="urn:microsoft.com/office/officeart/2005/8/layout/cycle4"/>
    <dgm:cxn modelId="{B38B27BE-AFE0-41AE-BCB4-1FDAD6BCBADA}" srcId="{75785271-9CBE-4E68-B18D-ABAC1C19A713}" destId="{BC305D42-9A76-493B-92F7-E0AEA78704BC}" srcOrd="1" destOrd="0" parTransId="{F63619A4-CCBB-48B5-996D-D3A924921258}" sibTransId="{DE20AA10-C80B-44D6-8C7F-F98C4F268541}"/>
    <dgm:cxn modelId="{1E3669BE-931C-4619-9F1C-3A735DB427F9}" srcId="{51407474-EE5D-41DD-9ECC-D6C9AA5C11A8}" destId="{FF72C2B3-B045-481C-8338-FD5B04147B47}" srcOrd="1" destOrd="0" parTransId="{FDD85056-4648-4000-BE9E-727564AB9D7B}" sibTransId="{AFFBCCB6-87CB-48C3-A65D-CDB1F077689A}"/>
    <dgm:cxn modelId="{D9BE2DC8-D312-48C2-9922-FE8EE9D0FD08}" type="presOf" srcId="{75785271-9CBE-4E68-B18D-ABAC1C19A713}" destId="{EF61BB15-55F5-47DB-A391-C8143DB851EF}" srcOrd="0" destOrd="0" presId="urn:microsoft.com/office/officeart/2005/8/layout/cycle4"/>
    <dgm:cxn modelId="{AC9299CA-8082-4685-A4F9-A79F4CC0B8D4}" type="presOf" srcId="{BC305D42-9A76-493B-92F7-E0AEA78704BC}" destId="{0632DEB8-734F-45C3-AB2C-620CE4A2F113}" srcOrd="0" destOrd="1" presId="urn:microsoft.com/office/officeart/2005/8/layout/cycle4"/>
    <dgm:cxn modelId="{9DE2DCD8-B9CD-4210-9961-E709C8430109}" type="presOf" srcId="{128C33A3-0AAB-49AC-B00C-9E3586D80F6F}" destId="{0632DEB8-734F-45C3-AB2C-620CE4A2F113}" srcOrd="0" destOrd="2" presId="urn:microsoft.com/office/officeart/2005/8/layout/cycle4"/>
    <dgm:cxn modelId="{ACD6EBDD-E2E3-4633-8B9F-0405C04CAA93}" type="presOf" srcId="{06054EE5-6C6C-40BE-87A0-A5B9C4A24A8F}" destId="{CB7E194F-E650-4F61-AD31-8584E6D916ED}" srcOrd="0" destOrd="0" presId="urn:microsoft.com/office/officeart/2005/8/layout/cycle4"/>
    <dgm:cxn modelId="{95EED5F4-B0B1-4324-891C-40235D1D248E}" srcId="{13AFFADA-4BD4-4F0F-8744-BF5DB43ABD61}" destId="{A0BAA583-5B94-4198-B67F-64928BC541D3}" srcOrd="0" destOrd="0" parTransId="{3A23C734-0E2C-403F-8DA6-1C5168EC19FC}" sibTransId="{7F5A0346-50F2-48BD-9333-B1F314DA3E57}"/>
    <dgm:cxn modelId="{906A91FE-1B4E-4A2A-8A41-7FF93491BAF8}" srcId="{13AFFADA-4BD4-4F0F-8744-BF5DB43ABD61}" destId="{B479D3C1-11E6-47C6-9E8A-EDAA1A9BDCC1}" srcOrd="3" destOrd="0" parTransId="{9EC88AF6-E10E-4583-9EC7-A48DFB079AFD}" sibTransId="{4EF0D314-9493-4945-AD2D-A56F9814423A}"/>
    <dgm:cxn modelId="{FBA254FF-C38D-4280-BB4C-C27F2F9EF739}" srcId="{B479D3C1-11E6-47C6-9E8A-EDAA1A9BDCC1}" destId="{6C4D28DE-825D-4FC5-BA55-8360EDAA6FAF}" srcOrd="0" destOrd="0" parTransId="{227E8621-C4A4-4530-B1EA-19026EAEA504}" sibTransId="{47671F62-DFFA-4AA7-9FC7-EEA927D76F75}"/>
    <dgm:cxn modelId="{9D3A7D0D-DB4C-407B-B094-7EC09EDDD338}" type="presParOf" srcId="{5721B441-2185-44EC-97E2-FA91E04781B1}" destId="{DEF41AB1-A109-4A38-A6B8-0A80588338C9}" srcOrd="0" destOrd="0" presId="urn:microsoft.com/office/officeart/2005/8/layout/cycle4"/>
    <dgm:cxn modelId="{ECC8CAE9-2068-42ED-81E9-7960E8D665BE}" type="presParOf" srcId="{DEF41AB1-A109-4A38-A6B8-0A80588338C9}" destId="{189FA298-C316-4630-A4C3-9CD73DBA5D87}" srcOrd="0" destOrd="0" presId="urn:microsoft.com/office/officeart/2005/8/layout/cycle4"/>
    <dgm:cxn modelId="{E0442376-AC6C-4284-9544-24BABA5AA02C}" type="presParOf" srcId="{189FA298-C316-4630-A4C3-9CD73DBA5D87}" destId="{3E98D7C4-9807-44C1-A2A4-9668F1E62170}" srcOrd="0" destOrd="0" presId="urn:microsoft.com/office/officeart/2005/8/layout/cycle4"/>
    <dgm:cxn modelId="{F61E599E-59BB-42E9-8E38-6E3F275805CB}" type="presParOf" srcId="{189FA298-C316-4630-A4C3-9CD73DBA5D87}" destId="{8C9D9730-5EBB-4EC7-BEE7-E28C256214F9}" srcOrd="1" destOrd="0" presId="urn:microsoft.com/office/officeart/2005/8/layout/cycle4"/>
    <dgm:cxn modelId="{8D05AF88-5120-418F-AC34-34C805573702}" type="presParOf" srcId="{DEF41AB1-A109-4A38-A6B8-0A80588338C9}" destId="{DAE1CF6C-F916-4BD2-9EFF-401932A199B3}" srcOrd="1" destOrd="0" presId="urn:microsoft.com/office/officeart/2005/8/layout/cycle4"/>
    <dgm:cxn modelId="{1C851CC1-1486-4FDD-BD07-BB8447FFCD3F}" type="presParOf" srcId="{DAE1CF6C-F916-4BD2-9EFF-401932A199B3}" destId="{0632DEB8-734F-45C3-AB2C-620CE4A2F113}" srcOrd="0" destOrd="0" presId="urn:microsoft.com/office/officeart/2005/8/layout/cycle4"/>
    <dgm:cxn modelId="{8B68CA03-0259-4197-8D86-BC66B305C721}" type="presParOf" srcId="{DAE1CF6C-F916-4BD2-9EFF-401932A199B3}" destId="{AE9E7BAC-2A4A-4AA1-B128-5FC2AD3CD287}" srcOrd="1" destOrd="0" presId="urn:microsoft.com/office/officeart/2005/8/layout/cycle4"/>
    <dgm:cxn modelId="{2F19A578-7E95-432A-A3E3-E2AAA83CA770}" type="presParOf" srcId="{DEF41AB1-A109-4A38-A6B8-0A80588338C9}" destId="{BC80FCFD-FD02-4D88-8683-F42B1E18A9DF}" srcOrd="2" destOrd="0" presId="urn:microsoft.com/office/officeart/2005/8/layout/cycle4"/>
    <dgm:cxn modelId="{6FD83244-FBE3-44BE-9F17-7866B2F44A82}" type="presParOf" srcId="{BC80FCFD-FD02-4D88-8683-F42B1E18A9DF}" destId="{CB7E194F-E650-4F61-AD31-8584E6D916ED}" srcOrd="0" destOrd="0" presId="urn:microsoft.com/office/officeart/2005/8/layout/cycle4"/>
    <dgm:cxn modelId="{ABA13CE8-E933-4C1C-BD98-2F89197E4ED3}" type="presParOf" srcId="{BC80FCFD-FD02-4D88-8683-F42B1E18A9DF}" destId="{5FE7CE96-8DC2-4122-9A03-BCC192DF1B1B}" srcOrd="1" destOrd="0" presId="urn:microsoft.com/office/officeart/2005/8/layout/cycle4"/>
    <dgm:cxn modelId="{D4721D22-649E-4E1F-B655-041CDF47D0D0}" type="presParOf" srcId="{DEF41AB1-A109-4A38-A6B8-0A80588338C9}" destId="{D7C702F5-67F6-4945-97F9-A4EBE70F06C8}" srcOrd="3" destOrd="0" presId="urn:microsoft.com/office/officeart/2005/8/layout/cycle4"/>
    <dgm:cxn modelId="{F2DCBEB7-19B5-4C42-8408-E5210954E07F}" type="presParOf" srcId="{D7C702F5-67F6-4945-97F9-A4EBE70F06C8}" destId="{2335A9F5-332A-4C24-9026-60E6BD1D9E9F}" srcOrd="0" destOrd="0" presId="urn:microsoft.com/office/officeart/2005/8/layout/cycle4"/>
    <dgm:cxn modelId="{2545C3F3-D00C-4A0A-B748-B21EC406CD9C}" type="presParOf" srcId="{D7C702F5-67F6-4945-97F9-A4EBE70F06C8}" destId="{D04E9825-EA8F-4E50-8C97-B4045CFBFE75}" srcOrd="1" destOrd="0" presId="urn:microsoft.com/office/officeart/2005/8/layout/cycle4"/>
    <dgm:cxn modelId="{5AB8387A-F33D-4243-8FAA-9B824F0467BD}" type="presParOf" srcId="{DEF41AB1-A109-4A38-A6B8-0A80588338C9}" destId="{5C00F3DA-57BB-4F1F-817F-CBF59856B0D6}" srcOrd="4" destOrd="0" presId="urn:microsoft.com/office/officeart/2005/8/layout/cycle4"/>
    <dgm:cxn modelId="{1F144C2C-D13C-4D5B-BFE2-04755FFC0625}" type="presParOf" srcId="{5721B441-2185-44EC-97E2-FA91E04781B1}" destId="{8231D42E-5256-4B13-AF24-C9CB76048303}" srcOrd="1" destOrd="0" presId="urn:microsoft.com/office/officeart/2005/8/layout/cycle4"/>
    <dgm:cxn modelId="{2F801D58-88E1-4657-B8B1-7A4C8242C405}" type="presParOf" srcId="{8231D42E-5256-4B13-AF24-C9CB76048303}" destId="{0A95B0AF-A017-4FD4-B82D-A663397ECECE}" srcOrd="0" destOrd="0" presId="urn:microsoft.com/office/officeart/2005/8/layout/cycle4"/>
    <dgm:cxn modelId="{0BDA10AB-B099-4C75-93F8-47E20186A244}" type="presParOf" srcId="{8231D42E-5256-4B13-AF24-C9CB76048303}" destId="{EF61BB15-55F5-47DB-A391-C8143DB851EF}" srcOrd="1" destOrd="0" presId="urn:microsoft.com/office/officeart/2005/8/layout/cycle4"/>
    <dgm:cxn modelId="{FE9082CB-2286-46DE-84EE-89EB23041B66}" type="presParOf" srcId="{8231D42E-5256-4B13-AF24-C9CB76048303}" destId="{6C091221-7796-4085-9814-3404DCDFBFC8}" srcOrd="2" destOrd="0" presId="urn:microsoft.com/office/officeart/2005/8/layout/cycle4"/>
    <dgm:cxn modelId="{30E477D5-8FD5-44C4-ACC6-10EDF0A3DB8D}" type="presParOf" srcId="{8231D42E-5256-4B13-AF24-C9CB76048303}" destId="{678AD24C-338A-4B71-9F04-4E1A5C587769}" srcOrd="3" destOrd="0" presId="urn:microsoft.com/office/officeart/2005/8/layout/cycle4"/>
    <dgm:cxn modelId="{9F665589-82E9-443A-A78C-D9369A3D5F8E}" type="presParOf" srcId="{8231D42E-5256-4B13-AF24-C9CB76048303}" destId="{9B674991-D9AA-40FC-8E69-3F998FD598B4}" srcOrd="4" destOrd="0" presId="urn:microsoft.com/office/officeart/2005/8/layout/cycle4"/>
    <dgm:cxn modelId="{7E90D54E-5636-479D-9EC1-881A29D59F8A}" type="presParOf" srcId="{5721B441-2185-44EC-97E2-FA91E04781B1}" destId="{6C0080DE-F2DE-4D7F-8DA4-C761B3F3FD62}" srcOrd="2" destOrd="0" presId="urn:microsoft.com/office/officeart/2005/8/layout/cycle4"/>
    <dgm:cxn modelId="{4127D3D0-A992-4948-BE72-C118E4C01679}" type="presParOf" srcId="{5721B441-2185-44EC-97E2-FA91E04781B1}" destId="{C2B55E1C-26A8-45B8-B05B-C50651EEED03}"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545DA88-B1BA-46AD-A0D1-3038075E9D77}" type="doc">
      <dgm:prSet loTypeId="urn:microsoft.com/office/officeart/2005/8/layout/cycle3" loCatId="cycle" qsTypeId="urn:microsoft.com/office/officeart/2005/8/quickstyle/simple1" qsCatId="simple" csTypeId="urn:microsoft.com/office/officeart/2005/8/colors/accent1_2" csCatId="accent1"/>
      <dgm:spPr/>
      <dgm:t>
        <a:bodyPr/>
        <a:lstStyle/>
        <a:p>
          <a:endParaRPr lang="en-IN"/>
        </a:p>
      </dgm:t>
    </dgm:pt>
    <dgm:pt modelId="{5FAF7D3E-9479-4945-B4E6-E8495B3FB639}">
      <dgm:prSet custT="1"/>
      <dgm:spPr/>
      <dgm:t>
        <a:bodyPr/>
        <a:lstStyle/>
        <a:p>
          <a:r>
            <a:rPr lang="en-US" sz="1600" b="1" dirty="0"/>
            <a:t>Step 1 – Hand Detection</a:t>
          </a:r>
          <a:endParaRPr lang="en-IN" sz="1600" b="1" dirty="0"/>
        </a:p>
      </dgm:t>
    </dgm:pt>
    <dgm:pt modelId="{E839AF9F-C89C-4BD5-BD32-BE0FC5F559E8}" type="parTrans" cxnId="{9CF95F5D-A244-4EAF-855E-DA998C14EE4A}">
      <dgm:prSet/>
      <dgm:spPr/>
      <dgm:t>
        <a:bodyPr/>
        <a:lstStyle/>
        <a:p>
          <a:endParaRPr lang="en-IN"/>
        </a:p>
      </dgm:t>
    </dgm:pt>
    <dgm:pt modelId="{076D976C-925A-4BC9-AA49-5D79D90003AA}" type="sibTrans" cxnId="{9CF95F5D-A244-4EAF-855E-DA998C14EE4A}">
      <dgm:prSet/>
      <dgm:spPr/>
      <dgm:t>
        <a:bodyPr/>
        <a:lstStyle/>
        <a:p>
          <a:endParaRPr lang="en-IN"/>
        </a:p>
      </dgm:t>
    </dgm:pt>
    <dgm:pt modelId="{926A57D9-A4B2-4D17-8073-DC541A601756}">
      <dgm:prSet custT="1"/>
      <dgm:spPr/>
      <dgm:t>
        <a:bodyPr/>
        <a:lstStyle/>
        <a:p>
          <a:r>
            <a:rPr lang="en-US" sz="1350" dirty="0"/>
            <a:t>Use webcam to capture real-time video frames.</a:t>
          </a:r>
          <a:endParaRPr lang="en-IN" sz="1350" dirty="0"/>
        </a:p>
      </dgm:t>
    </dgm:pt>
    <dgm:pt modelId="{B6F9C04B-42BE-4419-9091-9A24AD866C81}" type="parTrans" cxnId="{5808BF36-41B4-4CF4-9426-6F7190CCAC92}">
      <dgm:prSet/>
      <dgm:spPr/>
      <dgm:t>
        <a:bodyPr/>
        <a:lstStyle/>
        <a:p>
          <a:endParaRPr lang="en-IN"/>
        </a:p>
      </dgm:t>
    </dgm:pt>
    <dgm:pt modelId="{1A542149-0798-4937-8BA7-FA900C35DFBC}" type="sibTrans" cxnId="{5808BF36-41B4-4CF4-9426-6F7190CCAC92}">
      <dgm:prSet/>
      <dgm:spPr/>
      <dgm:t>
        <a:bodyPr/>
        <a:lstStyle/>
        <a:p>
          <a:endParaRPr lang="en-IN"/>
        </a:p>
      </dgm:t>
    </dgm:pt>
    <dgm:pt modelId="{A5BB888D-AA43-43EE-972F-8E79D1199C8D}">
      <dgm:prSet custT="1"/>
      <dgm:spPr/>
      <dgm:t>
        <a:bodyPr/>
        <a:lstStyle/>
        <a:p>
          <a:r>
            <a:rPr lang="en-US" sz="1350" dirty="0"/>
            <a:t>Apply </a:t>
          </a:r>
          <a:r>
            <a:rPr lang="en-US" sz="1350" dirty="0" err="1"/>
            <a:t>MediaPipe</a:t>
          </a:r>
          <a:r>
            <a:rPr lang="en-US" sz="1350" dirty="0"/>
            <a:t> Hand Tracking to extract landmarks</a:t>
          </a:r>
          <a:r>
            <a:rPr lang="en-US" sz="1500" dirty="0"/>
            <a:t>.</a:t>
          </a:r>
          <a:endParaRPr lang="en-IN" sz="1500" dirty="0"/>
        </a:p>
      </dgm:t>
    </dgm:pt>
    <dgm:pt modelId="{359F9471-E6B7-4E06-90EC-C06BDC79BA0D}" type="parTrans" cxnId="{790006E2-418D-44CF-B962-9916891E7958}">
      <dgm:prSet/>
      <dgm:spPr/>
      <dgm:t>
        <a:bodyPr/>
        <a:lstStyle/>
        <a:p>
          <a:endParaRPr lang="en-IN"/>
        </a:p>
      </dgm:t>
    </dgm:pt>
    <dgm:pt modelId="{0373162D-B8C8-431F-9CAD-5FB383664411}" type="sibTrans" cxnId="{790006E2-418D-44CF-B962-9916891E7958}">
      <dgm:prSet/>
      <dgm:spPr/>
      <dgm:t>
        <a:bodyPr/>
        <a:lstStyle/>
        <a:p>
          <a:endParaRPr lang="en-IN"/>
        </a:p>
      </dgm:t>
    </dgm:pt>
    <dgm:pt modelId="{887EEEC1-2209-450D-BE6B-D82ED8AEB279}">
      <dgm:prSet/>
      <dgm:spPr/>
      <dgm:t>
        <a:bodyPr/>
        <a:lstStyle/>
        <a:p>
          <a:r>
            <a:rPr lang="en-IN" sz="1600" b="1" dirty="0"/>
            <a:t>Step 2 – Gesture Recognition</a:t>
          </a:r>
        </a:p>
      </dgm:t>
    </dgm:pt>
    <dgm:pt modelId="{545D3A07-E562-4D3C-89E0-2D6EF6A44F20}" type="parTrans" cxnId="{8559243C-3C8E-43B1-83E8-5E919376584E}">
      <dgm:prSet/>
      <dgm:spPr/>
      <dgm:t>
        <a:bodyPr/>
        <a:lstStyle/>
        <a:p>
          <a:endParaRPr lang="en-IN"/>
        </a:p>
      </dgm:t>
    </dgm:pt>
    <dgm:pt modelId="{0E1F876E-D64E-415E-908B-D337ECDA3FDF}" type="sibTrans" cxnId="{8559243C-3C8E-43B1-83E8-5E919376584E}">
      <dgm:prSet/>
      <dgm:spPr/>
      <dgm:t>
        <a:bodyPr/>
        <a:lstStyle/>
        <a:p>
          <a:endParaRPr lang="en-IN"/>
        </a:p>
      </dgm:t>
    </dgm:pt>
    <dgm:pt modelId="{8102ECFF-4B3E-470E-846F-6AF9183DDFAD}">
      <dgm:prSet custT="1"/>
      <dgm:spPr/>
      <dgm:t>
        <a:bodyPr/>
        <a:lstStyle/>
        <a:p>
          <a:r>
            <a:rPr lang="en-IN" sz="1350" dirty="0"/>
            <a:t>Define gesture set → cursor movement, clicks, drag, scroll.</a:t>
          </a:r>
        </a:p>
      </dgm:t>
    </dgm:pt>
    <dgm:pt modelId="{0AD6BE04-ADCE-4B28-BD28-49665874E70C}" type="parTrans" cxnId="{C2FC0CBF-D285-4B5F-9D91-81A47E3851F7}">
      <dgm:prSet/>
      <dgm:spPr/>
      <dgm:t>
        <a:bodyPr/>
        <a:lstStyle/>
        <a:p>
          <a:endParaRPr lang="en-IN"/>
        </a:p>
      </dgm:t>
    </dgm:pt>
    <dgm:pt modelId="{7B1D9428-5CC1-4055-8935-BE05B0524D30}" type="sibTrans" cxnId="{C2FC0CBF-D285-4B5F-9D91-81A47E3851F7}">
      <dgm:prSet/>
      <dgm:spPr/>
      <dgm:t>
        <a:bodyPr/>
        <a:lstStyle/>
        <a:p>
          <a:endParaRPr lang="en-IN"/>
        </a:p>
      </dgm:t>
    </dgm:pt>
    <dgm:pt modelId="{36599858-0488-4FC1-BCB7-FAC749A9F452}">
      <dgm:prSet custT="1"/>
      <dgm:spPr/>
      <dgm:t>
        <a:bodyPr/>
        <a:lstStyle/>
        <a:p>
          <a:r>
            <a:rPr lang="en-IN" sz="1350" dirty="0"/>
            <a:t>Use distance thresholds between fingertips to classify gestures.</a:t>
          </a:r>
        </a:p>
      </dgm:t>
    </dgm:pt>
    <dgm:pt modelId="{1E111BBC-1FC0-4BAD-97DA-5346F051D418}" type="parTrans" cxnId="{46BD0FCA-8725-4E3D-95F4-131007616E54}">
      <dgm:prSet/>
      <dgm:spPr/>
      <dgm:t>
        <a:bodyPr/>
        <a:lstStyle/>
        <a:p>
          <a:endParaRPr lang="en-IN"/>
        </a:p>
      </dgm:t>
    </dgm:pt>
    <dgm:pt modelId="{428191FF-AFD0-42A3-873B-78A7E772F689}" type="sibTrans" cxnId="{46BD0FCA-8725-4E3D-95F4-131007616E54}">
      <dgm:prSet/>
      <dgm:spPr/>
      <dgm:t>
        <a:bodyPr/>
        <a:lstStyle/>
        <a:p>
          <a:endParaRPr lang="en-IN"/>
        </a:p>
      </dgm:t>
    </dgm:pt>
    <dgm:pt modelId="{98AF6C58-2DC2-405F-8F6B-7C841D2405E8}">
      <dgm:prSet custT="1"/>
      <dgm:spPr/>
      <dgm:t>
        <a:bodyPr/>
        <a:lstStyle/>
        <a:p>
          <a:r>
            <a:rPr lang="en-IN" sz="1350" dirty="0"/>
            <a:t>Apply smoothing filters to stabilize cursor movement.</a:t>
          </a:r>
        </a:p>
      </dgm:t>
    </dgm:pt>
    <dgm:pt modelId="{26B068B1-065E-433C-9AFB-0B0490376071}" type="parTrans" cxnId="{3C1A7E37-4818-4A67-89AD-EDBBEBE1D0E3}">
      <dgm:prSet/>
      <dgm:spPr/>
      <dgm:t>
        <a:bodyPr/>
        <a:lstStyle/>
        <a:p>
          <a:endParaRPr lang="en-IN"/>
        </a:p>
      </dgm:t>
    </dgm:pt>
    <dgm:pt modelId="{9E06D534-E0AE-464A-803C-E97E0E4DB410}" type="sibTrans" cxnId="{3C1A7E37-4818-4A67-89AD-EDBBEBE1D0E3}">
      <dgm:prSet/>
      <dgm:spPr/>
      <dgm:t>
        <a:bodyPr/>
        <a:lstStyle/>
        <a:p>
          <a:endParaRPr lang="en-IN"/>
        </a:p>
      </dgm:t>
    </dgm:pt>
    <dgm:pt modelId="{4A4848D7-B167-4C69-836B-5BE18C9A738C}">
      <dgm:prSet/>
      <dgm:spPr/>
      <dgm:t>
        <a:bodyPr/>
        <a:lstStyle/>
        <a:p>
          <a:r>
            <a:rPr lang="en-US" sz="1600" b="1" dirty="0"/>
            <a:t>Step 3 – Action Execution</a:t>
          </a:r>
          <a:endParaRPr lang="en-IN" sz="1600" b="1" dirty="0"/>
        </a:p>
      </dgm:t>
    </dgm:pt>
    <dgm:pt modelId="{CB122233-317A-48B9-8BEA-724A81A6822F}" type="parTrans" cxnId="{473674C8-6A13-4A48-8BFB-3713618DD6B0}">
      <dgm:prSet/>
      <dgm:spPr/>
      <dgm:t>
        <a:bodyPr/>
        <a:lstStyle/>
        <a:p>
          <a:endParaRPr lang="en-IN"/>
        </a:p>
      </dgm:t>
    </dgm:pt>
    <dgm:pt modelId="{EA1B1FF7-A9AE-4715-B2F3-C56B9EB2C522}" type="sibTrans" cxnId="{473674C8-6A13-4A48-8BFB-3713618DD6B0}">
      <dgm:prSet/>
      <dgm:spPr/>
      <dgm:t>
        <a:bodyPr/>
        <a:lstStyle/>
        <a:p>
          <a:endParaRPr lang="en-IN"/>
        </a:p>
      </dgm:t>
    </dgm:pt>
    <dgm:pt modelId="{41A4A95B-6CB3-4ECC-87D0-8B9150108AE2}">
      <dgm:prSet custT="1"/>
      <dgm:spPr/>
      <dgm:t>
        <a:bodyPr/>
        <a:lstStyle/>
        <a:p>
          <a:r>
            <a:rPr lang="en-US" sz="1350" dirty="0"/>
            <a:t>Map recognized gestures to OS mouse events using </a:t>
          </a:r>
          <a:r>
            <a:rPr lang="en-US" sz="1350" dirty="0" err="1"/>
            <a:t>PyAutoGUI</a:t>
          </a:r>
          <a:r>
            <a:rPr lang="en-US" sz="1350" dirty="0"/>
            <a:t>.</a:t>
          </a:r>
          <a:endParaRPr lang="en-IN" sz="1350" dirty="0"/>
        </a:p>
      </dgm:t>
    </dgm:pt>
    <dgm:pt modelId="{5370DCB4-C893-44BF-9506-09496E5869E0}" type="parTrans" cxnId="{508D4DA3-142E-4BDE-8F1A-2B0704E71DD0}">
      <dgm:prSet/>
      <dgm:spPr/>
      <dgm:t>
        <a:bodyPr/>
        <a:lstStyle/>
        <a:p>
          <a:endParaRPr lang="en-IN"/>
        </a:p>
      </dgm:t>
    </dgm:pt>
    <dgm:pt modelId="{C0411D01-9BFC-4492-8EC7-DD7085AF23A1}" type="sibTrans" cxnId="{508D4DA3-142E-4BDE-8F1A-2B0704E71DD0}">
      <dgm:prSet/>
      <dgm:spPr/>
      <dgm:t>
        <a:bodyPr/>
        <a:lstStyle/>
        <a:p>
          <a:endParaRPr lang="en-IN"/>
        </a:p>
      </dgm:t>
    </dgm:pt>
    <dgm:pt modelId="{A2F5D68B-8759-47BD-862B-48F7FED93987}">
      <dgm:prSet custT="1"/>
      <dgm:spPr/>
      <dgm:t>
        <a:bodyPr/>
        <a:lstStyle/>
        <a:p>
          <a:r>
            <a:rPr lang="en-US" sz="1350" dirty="0"/>
            <a:t>Ensure low-latency interaction for practical usability.</a:t>
          </a:r>
          <a:endParaRPr lang="en-IN" sz="1350" dirty="0"/>
        </a:p>
      </dgm:t>
    </dgm:pt>
    <dgm:pt modelId="{57267BD2-896F-44CA-B8F5-DF004ADEF050}" type="parTrans" cxnId="{17E67771-1118-4994-B002-6F278D4F4326}">
      <dgm:prSet/>
      <dgm:spPr/>
      <dgm:t>
        <a:bodyPr/>
        <a:lstStyle/>
        <a:p>
          <a:endParaRPr lang="en-IN"/>
        </a:p>
      </dgm:t>
    </dgm:pt>
    <dgm:pt modelId="{EAB56444-7BDF-49D1-9EA5-F0D481285203}" type="sibTrans" cxnId="{17E67771-1118-4994-B002-6F278D4F4326}">
      <dgm:prSet/>
      <dgm:spPr/>
      <dgm:t>
        <a:bodyPr/>
        <a:lstStyle/>
        <a:p>
          <a:endParaRPr lang="en-IN"/>
        </a:p>
      </dgm:t>
    </dgm:pt>
    <dgm:pt modelId="{D947DC03-8F2A-4F9A-820E-9491969201CF}">
      <dgm:prSet/>
      <dgm:spPr/>
      <dgm:t>
        <a:bodyPr/>
        <a:lstStyle/>
        <a:p>
          <a:r>
            <a:rPr lang="en-US" sz="1600" b="1" dirty="0"/>
            <a:t>Step 4 – Testing &amp; Evaluation</a:t>
          </a:r>
          <a:endParaRPr lang="en-IN" sz="1600" b="1" dirty="0"/>
        </a:p>
      </dgm:t>
    </dgm:pt>
    <dgm:pt modelId="{86B55DEF-E54A-4B90-BE4A-710C5C70AA2F}" type="parTrans" cxnId="{D351A537-5248-40C5-8D4D-0CAFCCB022AC}">
      <dgm:prSet/>
      <dgm:spPr/>
      <dgm:t>
        <a:bodyPr/>
        <a:lstStyle/>
        <a:p>
          <a:endParaRPr lang="en-IN"/>
        </a:p>
      </dgm:t>
    </dgm:pt>
    <dgm:pt modelId="{EBD066DE-4059-447F-9D1E-79105DBAC4E5}" type="sibTrans" cxnId="{D351A537-5248-40C5-8D4D-0CAFCCB022AC}">
      <dgm:prSet/>
      <dgm:spPr/>
      <dgm:t>
        <a:bodyPr/>
        <a:lstStyle/>
        <a:p>
          <a:endParaRPr lang="en-IN"/>
        </a:p>
      </dgm:t>
    </dgm:pt>
    <dgm:pt modelId="{899F7BA9-6B21-4324-A416-7B5F64AD61F7}">
      <dgm:prSet custT="1"/>
      <dgm:spPr/>
      <dgm:t>
        <a:bodyPr/>
        <a:lstStyle/>
        <a:p>
          <a:r>
            <a:rPr lang="en-US" sz="1350" dirty="0"/>
            <a:t>Validate performance in different lighting and backgrounds</a:t>
          </a:r>
          <a:endParaRPr lang="en-IN" sz="1350" dirty="0"/>
        </a:p>
      </dgm:t>
    </dgm:pt>
    <dgm:pt modelId="{446049C1-8980-4D0C-BAF5-86FE61B43850}" type="parTrans" cxnId="{0547AC2C-03D8-4C8B-8E50-1A9FC8363F6C}">
      <dgm:prSet/>
      <dgm:spPr/>
      <dgm:t>
        <a:bodyPr/>
        <a:lstStyle/>
        <a:p>
          <a:endParaRPr lang="en-IN"/>
        </a:p>
      </dgm:t>
    </dgm:pt>
    <dgm:pt modelId="{A6B80DD2-8312-4A15-84EF-460BFE17C56C}" type="sibTrans" cxnId="{0547AC2C-03D8-4C8B-8E50-1A9FC8363F6C}">
      <dgm:prSet/>
      <dgm:spPr/>
      <dgm:t>
        <a:bodyPr/>
        <a:lstStyle/>
        <a:p>
          <a:endParaRPr lang="en-IN"/>
        </a:p>
      </dgm:t>
    </dgm:pt>
    <dgm:pt modelId="{E46A8AA5-F7B0-4821-8613-0F6842727E81}">
      <dgm:prSet custT="1"/>
      <dgm:spPr/>
      <dgm:t>
        <a:bodyPr/>
        <a:lstStyle/>
        <a:p>
          <a:r>
            <a:rPr lang="en-US" sz="1350" dirty="0"/>
            <a:t>Test across multiple screen resolutions.</a:t>
          </a:r>
          <a:endParaRPr lang="en-IN" sz="1350" dirty="0"/>
        </a:p>
      </dgm:t>
    </dgm:pt>
    <dgm:pt modelId="{C7FA8BDA-C718-418F-8201-8A3A4AEEFDD3}" type="parTrans" cxnId="{E17F9BAC-7F56-4C0D-B342-9D03924D0162}">
      <dgm:prSet/>
      <dgm:spPr/>
      <dgm:t>
        <a:bodyPr/>
        <a:lstStyle/>
        <a:p>
          <a:endParaRPr lang="en-IN"/>
        </a:p>
      </dgm:t>
    </dgm:pt>
    <dgm:pt modelId="{F2482023-D90B-4815-BD2C-2AF596FF5644}" type="sibTrans" cxnId="{E17F9BAC-7F56-4C0D-B342-9D03924D0162}">
      <dgm:prSet/>
      <dgm:spPr/>
      <dgm:t>
        <a:bodyPr/>
        <a:lstStyle/>
        <a:p>
          <a:endParaRPr lang="en-IN"/>
        </a:p>
      </dgm:t>
    </dgm:pt>
    <dgm:pt modelId="{3AA6F45A-3EB9-4C84-9D36-A7F646D441B1}">
      <dgm:prSet custT="1"/>
      <dgm:spPr/>
      <dgm:t>
        <a:bodyPr/>
        <a:lstStyle/>
        <a:p>
          <a:r>
            <a:rPr lang="en-US" sz="1350" dirty="0"/>
            <a:t>Record results on accuracy and responsiveness.</a:t>
          </a:r>
          <a:endParaRPr lang="en-IN" sz="1350" dirty="0"/>
        </a:p>
      </dgm:t>
    </dgm:pt>
    <dgm:pt modelId="{BDB83930-5570-43AD-A74D-E2B6746C57ED}" type="parTrans" cxnId="{5497CAC2-53B3-4CD9-B612-9C1303B3FE3B}">
      <dgm:prSet/>
      <dgm:spPr/>
      <dgm:t>
        <a:bodyPr/>
        <a:lstStyle/>
        <a:p>
          <a:endParaRPr lang="en-IN"/>
        </a:p>
      </dgm:t>
    </dgm:pt>
    <dgm:pt modelId="{14F78F22-BB01-4ACC-85F9-258C450D5CF5}" type="sibTrans" cxnId="{5497CAC2-53B3-4CD9-B612-9C1303B3FE3B}">
      <dgm:prSet/>
      <dgm:spPr/>
      <dgm:t>
        <a:bodyPr/>
        <a:lstStyle/>
        <a:p>
          <a:endParaRPr lang="en-IN"/>
        </a:p>
      </dgm:t>
    </dgm:pt>
    <dgm:pt modelId="{CDFC94AD-FB59-4022-AE4B-C4B6B8DAEDD4}" type="pres">
      <dgm:prSet presAssocID="{5545DA88-B1BA-46AD-A0D1-3038075E9D77}" presName="Name0" presStyleCnt="0">
        <dgm:presLayoutVars>
          <dgm:dir/>
          <dgm:resizeHandles val="exact"/>
        </dgm:presLayoutVars>
      </dgm:prSet>
      <dgm:spPr/>
    </dgm:pt>
    <dgm:pt modelId="{73475F90-D177-42FE-93E8-8D37480D1256}" type="pres">
      <dgm:prSet presAssocID="{5545DA88-B1BA-46AD-A0D1-3038075E9D77}" presName="cycle" presStyleCnt="0"/>
      <dgm:spPr/>
    </dgm:pt>
    <dgm:pt modelId="{8D71C02D-FE3D-47C9-8D91-07CA254E665A}" type="pres">
      <dgm:prSet presAssocID="{5FAF7D3E-9479-4945-B4E6-E8495B3FB639}" presName="nodeFirstNode" presStyleLbl="node1" presStyleIdx="0" presStyleCnt="4">
        <dgm:presLayoutVars>
          <dgm:bulletEnabled val="1"/>
        </dgm:presLayoutVars>
      </dgm:prSet>
      <dgm:spPr/>
    </dgm:pt>
    <dgm:pt modelId="{BC50E8A9-1A6B-4F83-B23D-AD4FE0BCB4B9}" type="pres">
      <dgm:prSet presAssocID="{076D976C-925A-4BC9-AA49-5D79D90003AA}" presName="sibTransFirstNode" presStyleLbl="bgShp" presStyleIdx="0" presStyleCnt="1"/>
      <dgm:spPr/>
    </dgm:pt>
    <dgm:pt modelId="{BE690C6B-9816-4E4F-B19A-E4B3A6BB61FF}" type="pres">
      <dgm:prSet presAssocID="{887EEEC1-2209-450D-BE6B-D82ED8AEB279}" presName="nodeFollowingNodes" presStyleLbl="node1" presStyleIdx="1" presStyleCnt="4">
        <dgm:presLayoutVars>
          <dgm:bulletEnabled val="1"/>
        </dgm:presLayoutVars>
      </dgm:prSet>
      <dgm:spPr/>
    </dgm:pt>
    <dgm:pt modelId="{0AB1E4DD-E584-4E61-A59D-B7A3C75C36D4}" type="pres">
      <dgm:prSet presAssocID="{4A4848D7-B167-4C69-836B-5BE18C9A738C}" presName="nodeFollowingNodes" presStyleLbl="node1" presStyleIdx="2" presStyleCnt="4">
        <dgm:presLayoutVars>
          <dgm:bulletEnabled val="1"/>
        </dgm:presLayoutVars>
      </dgm:prSet>
      <dgm:spPr/>
    </dgm:pt>
    <dgm:pt modelId="{ADE16131-2BA4-40A1-8819-922E6B493CFB}" type="pres">
      <dgm:prSet presAssocID="{D947DC03-8F2A-4F9A-820E-9491969201CF}" presName="nodeFollowingNodes" presStyleLbl="node1" presStyleIdx="3" presStyleCnt="4">
        <dgm:presLayoutVars>
          <dgm:bulletEnabled val="1"/>
        </dgm:presLayoutVars>
      </dgm:prSet>
      <dgm:spPr/>
    </dgm:pt>
  </dgm:ptLst>
  <dgm:cxnLst>
    <dgm:cxn modelId="{7078ED08-84C4-4695-BEA2-F03A23978B77}" type="presOf" srcId="{887EEEC1-2209-450D-BE6B-D82ED8AEB279}" destId="{BE690C6B-9816-4E4F-B19A-E4B3A6BB61FF}" srcOrd="0" destOrd="0" presId="urn:microsoft.com/office/officeart/2005/8/layout/cycle3"/>
    <dgm:cxn modelId="{FFBA4823-0A4E-46D6-8EDC-67BBC8996E1E}" type="presOf" srcId="{076D976C-925A-4BC9-AA49-5D79D90003AA}" destId="{BC50E8A9-1A6B-4F83-B23D-AD4FE0BCB4B9}" srcOrd="0" destOrd="0" presId="urn:microsoft.com/office/officeart/2005/8/layout/cycle3"/>
    <dgm:cxn modelId="{0547AC2C-03D8-4C8B-8E50-1A9FC8363F6C}" srcId="{D947DC03-8F2A-4F9A-820E-9491969201CF}" destId="{899F7BA9-6B21-4324-A416-7B5F64AD61F7}" srcOrd="0" destOrd="0" parTransId="{446049C1-8980-4D0C-BAF5-86FE61B43850}" sibTransId="{A6B80DD2-8312-4A15-84EF-460BFE17C56C}"/>
    <dgm:cxn modelId="{5808BF36-41B4-4CF4-9426-6F7190CCAC92}" srcId="{5FAF7D3E-9479-4945-B4E6-E8495B3FB639}" destId="{926A57D9-A4B2-4D17-8073-DC541A601756}" srcOrd="0" destOrd="0" parTransId="{B6F9C04B-42BE-4419-9091-9A24AD866C81}" sibTransId="{1A542149-0798-4937-8BA7-FA900C35DFBC}"/>
    <dgm:cxn modelId="{3C1A7E37-4818-4A67-89AD-EDBBEBE1D0E3}" srcId="{887EEEC1-2209-450D-BE6B-D82ED8AEB279}" destId="{98AF6C58-2DC2-405F-8F6B-7C841D2405E8}" srcOrd="2" destOrd="0" parTransId="{26B068B1-065E-433C-9AFB-0B0490376071}" sibTransId="{9E06D534-E0AE-464A-803C-E97E0E4DB410}"/>
    <dgm:cxn modelId="{D351A537-5248-40C5-8D4D-0CAFCCB022AC}" srcId="{5545DA88-B1BA-46AD-A0D1-3038075E9D77}" destId="{D947DC03-8F2A-4F9A-820E-9491969201CF}" srcOrd="3" destOrd="0" parTransId="{86B55DEF-E54A-4B90-BE4A-710C5C70AA2F}" sibTransId="{EBD066DE-4059-447F-9D1E-79105DBAC4E5}"/>
    <dgm:cxn modelId="{59A36939-29FD-4E0D-B074-4917E22ADBD9}" type="presOf" srcId="{926A57D9-A4B2-4D17-8073-DC541A601756}" destId="{8D71C02D-FE3D-47C9-8D91-07CA254E665A}" srcOrd="0" destOrd="1" presId="urn:microsoft.com/office/officeart/2005/8/layout/cycle3"/>
    <dgm:cxn modelId="{8559243C-3C8E-43B1-83E8-5E919376584E}" srcId="{5545DA88-B1BA-46AD-A0D1-3038075E9D77}" destId="{887EEEC1-2209-450D-BE6B-D82ED8AEB279}" srcOrd="1" destOrd="0" parTransId="{545D3A07-E562-4D3C-89E0-2D6EF6A44F20}" sibTransId="{0E1F876E-D64E-415E-908B-D337ECDA3FDF}"/>
    <dgm:cxn modelId="{9BA8703C-B7C5-453D-9544-27C3003B4330}" type="presOf" srcId="{3AA6F45A-3EB9-4C84-9D36-A7F646D441B1}" destId="{ADE16131-2BA4-40A1-8819-922E6B493CFB}" srcOrd="0" destOrd="3" presId="urn:microsoft.com/office/officeart/2005/8/layout/cycle3"/>
    <dgm:cxn modelId="{9CF95F5D-A244-4EAF-855E-DA998C14EE4A}" srcId="{5545DA88-B1BA-46AD-A0D1-3038075E9D77}" destId="{5FAF7D3E-9479-4945-B4E6-E8495B3FB639}" srcOrd="0" destOrd="0" parTransId="{E839AF9F-C89C-4BD5-BD32-BE0FC5F559E8}" sibTransId="{076D976C-925A-4BC9-AA49-5D79D90003AA}"/>
    <dgm:cxn modelId="{10C59246-B783-42D9-9AAA-A21B67E8C74C}" type="presOf" srcId="{E46A8AA5-F7B0-4821-8613-0F6842727E81}" destId="{ADE16131-2BA4-40A1-8819-922E6B493CFB}" srcOrd="0" destOrd="2" presId="urn:microsoft.com/office/officeart/2005/8/layout/cycle3"/>
    <dgm:cxn modelId="{CE5E5A47-8F4E-4E3E-B9CC-482A37658991}" type="presOf" srcId="{899F7BA9-6B21-4324-A416-7B5F64AD61F7}" destId="{ADE16131-2BA4-40A1-8819-922E6B493CFB}" srcOrd="0" destOrd="1" presId="urn:microsoft.com/office/officeart/2005/8/layout/cycle3"/>
    <dgm:cxn modelId="{89F6C06B-7D18-45F7-B591-A09F8802D7A4}" type="presOf" srcId="{D947DC03-8F2A-4F9A-820E-9491969201CF}" destId="{ADE16131-2BA4-40A1-8819-922E6B493CFB}" srcOrd="0" destOrd="0" presId="urn:microsoft.com/office/officeart/2005/8/layout/cycle3"/>
    <dgm:cxn modelId="{A09F2C6C-43CF-44A7-A044-1F56E0994FEA}" type="presOf" srcId="{A2F5D68B-8759-47BD-862B-48F7FED93987}" destId="{0AB1E4DD-E584-4E61-A59D-B7A3C75C36D4}" srcOrd="0" destOrd="2" presId="urn:microsoft.com/office/officeart/2005/8/layout/cycle3"/>
    <dgm:cxn modelId="{F817B650-7A0A-448D-9BEB-02439356C120}" type="presOf" srcId="{A5BB888D-AA43-43EE-972F-8E79D1199C8D}" destId="{8D71C02D-FE3D-47C9-8D91-07CA254E665A}" srcOrd="0" destOrd="2" presId="urn:microsoft.com/office/officeart/2005/8/layout/cycle3"/>
    <dgm:cxn modelId="{17E67771-1118-4994-B002-6F278D4F4326}" srcId="{4A4848D7-B167-4C69-836B-5BE18C9A738C}" destId="{A2F5D68B-8759-47BD-862B-48F7FED93987}" srcOrd="1" destOrd="0" parTransId="{57267BD2-896F-44CA-B8F5-DF004ADEF050}" sibTransId="{EAB56444-7BDF-49D1-9EA5-F0D481285203}"/>
    <dgm:cxn modelId="{FA0A8071-C2FD-4704-A542-C3788458D885}" type="presOf" srcId="{5545DA88-B1BA-46AD-A0D1-3038075E9D77}" destId="{CDFC94AD-FB59-4022-AE4B-C4B6B8DAEDD4}" srcOrd="0" destOrd="0" presId="urn:microsoft.com/office/officeart/2005/8/layout/cycle3"/>
    <dgm:cxn modelId="{FD7B0B52-95CC-451A-A6D3-F357F1BAFAEF}" type="presOf" srcId="{36599858-0488-4FC1-BCB7-FAC749A9F452}" destId="{BE690C6B-9816-4E4F-B19A-E4B3A6BB61FF}" srcOrd="0" destOrd="2" presId="urn:microsoft.com/office/officeart/2005/8/layout/cycle3"/>
    <dgm:cxn modelId="{7D8E4878-E2C4-470F-BCEB-DD502E72B27C}" type="presOf" srcId="{8102ECFF-4B3E-470E-846F-6AF9183DDFAD}" destId="{BE690C6B-9816-4E4F-B19A-E4B3A6BB61FF}" srcOrd="0" destOrd="1" presId="urn:microsoft.com/office/officeart/2005/8/layout/cycle3"/>
    <dgm:cxn modelId="{9A18AF79-4EE7-4602-AE06-FECD60FC0E44}" type="presOf" srcId="{5FAF7D3E-9479-4945-B4E6-E8495B3FB639}" destId="{8D71C02D-FE3D-47C9-8D91-07CA254E665A}" srcOrd="0" destOrd="0" presId="urn:microsoft.com/office/officeart/2005/8/layout/cycle3"/>
    <dgm:cxn modelId="{2ED2A480-ADED-446F-9645-F26044F89745}" type="presOf" srcId="{98AF6C58-2DC2-405F-8F6B-7C841D2405E8}" destId="{BE690C6B-9816-4E4F-B19A-E4B3A6BB61FF}" srcOrd="0" destOrd="3" presId="urn:microsoft.com/office/officeart/2005/8/layout/cycle3"/>
    <dgm:cxn modelId="{508D4DA3-142E-4BDE-8F1A-2B0704E71DD0}" srcId="{4A4848D7-B167-4C69-836B-5BE18C9A738C}" destId="{41A4A95B-6CB3-4ECC-87D0-8B9150108AE2}" srcOrd="0" destOrd="0" parTransId="{5370DCB4-C893-44BF-9506-09496E5869E0}" sibTransId="{C0411D01-9BFC-4492-8EC7-DD7085AF23A1}"/>
    <dgm:cxn modelId="{1B48B9AA-E346-473E-8AAF-CFCE734FA33B}" type="presOf" srcId="{4A4848D7-B167-4C69-836B-5BE18C9A738C}" destId="{0AB1E4DD-E584-4E61-A59D-B7A3C75C36D4}" srcOrd="0" destOrd="0" presId="urn:microsoft.com/office/officeart/2005/8/layout/cycle3"/>
    <dgm:cxn modelId="{E17F9BAC-7F56-4C0D-B342-9D03924D0162}" srcId="{D947DC03-8F2A-4F9A-820E-9491969201CF}" destId="{E46A8AA5-F7B0-4821-8613-0F6842727E81}" srcOrd="1" destOrd="0" parTransId="{C7FA8BDA-C718-418F-8201-8A3A4AEEFDD3}" sibTransId="{F2482023-D90B-4815-BD2C-2AF596FF5644}"/>
    <dgm:cxn modelId="{297DD7B1-2ECF-43BA-B1DC-6942523386A4}" type="presOf" srcId="{41A4A95B-6CB3-4ECC-87D0-8B9150108AE2}" destId="{0AB1E4DD-E584-4E61-A59D-B7A3C75C36D4}" srcOrd="0" destOrd="1" presId="urn:microsoft.com/office/officeart/2005/8/layout/cycle3"/>
    <dgm:cxn modelId="{C2FC0CBF-D285-4B5F-9D91-81A47E3851F7}" srcId="{887EEEC1-2209-450D-BE6B-D82ED8AEB279}" destId="{8102ECFF-4B3E-470E-846F-6AF9183DDFAD}" srcOrd="0" destOrd="0" parTransId="{0AD6BE04-ADCE-4B28-BD28-49665874E70C}" sibTransId="{7B1D9428-5CC1-4055-8935-BE05B0524D30}"/>
    <dgm:cxn modelId="{5497CAC2-53B3-4CD9-B612-9C1303B3FE3B}" srcId="{D947DC03-8F2A-4F9A-820E-9491969201CF}" destId="{3AA6F45A-3EB9-4C84-9D36-A7F646D441B1}" srcOrd="2" destOrd="0" parTransId="{BDB83930-5570-43AD-A74D-E2B6746C57ED}" sibTransId="{14F78F22-BB01-4ACC-85F9-258C450D5CF5}"/>
    <dgm:cxn modelId="{473674C8-6A13-4A48-8BFB-3713618DD6B0}" srcId="{5545DA88-B1BA-46AD-A0D1-3038075E9D77}" destId="{4A4848D7-B167-4C69-836B-5BE18C9A738C}" srcOrd="2" destOrd="0" parTransId="{CB122233-317A-48B9-8BEA-724A81A6822F}" sibTransId="{EA1B1FF7-A9AE-4715-B2F3-C56B9EB2C522}"/>
    <dgm:cxn modelId="{46BD0FCA-8725-4E3D-95F4-131007616E54}" srcId="{887EEEC1-2209-450D-BE6B-D82ED8AEB279}" destId="{36599858-0488-4FC1-BCB7-FAC749A9F452}" srcOrd="1" destOrd="0" parTransId="{1E111BBC-1FC0-4BAD-97DA-5346F051D418}" sibTransId="{428191FF-AFD0-42A3-873B-78A7E772F689}"/>
    <dgm:cxn modelId="{790006E2-418D-44CF-B962-9916891E7958}" srcId="{5FAF7D3E-9479-4945-B4E6-E8495B3FB639}" destId="{A5BB888D-AA43-43EE-972F-8E79D1199C8D}" srcOrd="1" destOrd="0" parTransId="{359F9471-E6B7-4E06-90EC-C06BDC79BA0D}" sibTransId="{0373162D-B8C8-431F-9CAD-5FB383664411}"/>
    <dgm:cxn modelId="{3E534B22-0AB4-4FA1-A837-A05A9B2D32F8}" type="presParOf" srcId="{CDFC94AD-FB59-4022-AE4B-C4B6B8DAEDD4}" destId="{73475F90-D177-42FE-93E8-8D37480D1256}" srcOrd="0" destOrd="0" presId="urn:microsoft.com/office/officeart/2005/8/layout/cycle3"/>
    <dgm:cxn modelId="{B18E1D44-97DB-458D-B8CD-EB67342C3057}" type="presParOf" srcId="{73475F90-D177-42FE-93E8-8D37480D1256}" destId="{8D71C02D-FE3D-47C9-8D91-07CA254E665A}" srcOrd="0" destOrd="0" presId="urn:microsoft.com/office/officeart/2005/8/layout/cycle3"/>
    <dgm:cxn modelId="{D7EAB436-A8CB-4930-A7FE-6F8243768C32}" type="presParOf" srcId="{73475F90-D177-42FE-93E8-8D37480D1256}" destId="{BC50E8A9-1A6B-4F83-B23D-AD4FE0BCB4B9}" srcOrd="1" destOrd="0" presId="urn:microsoft.com/office/officeart/2005/8/layout/cycle3"/>
    <dgm:cxn modelId="{66B71058-B3A8-44C6-912E-17F695FB7DD7}" type="presParOf" srcId="{73475F90-D177-42FE-93E8-8D37480D1256}" destId="{BE690C6B-9816-4E4F-B19A-E4B3A6BB61FF}" srcOrd="2" destOrd="0" presId="urn:microsoft.com/office/officeart/2005/8/layout/cycle3"/>
    <dgm:cxn modelId="{C127C0F3-1D9A-43D0-B7EA-95B1C0C39AFF}" type="presParOf" srcId="{73475F90-D177-42FE-93E8-8D37480D1256}" destId="{0AB1E4DD-E584-4E61-A59D-B7A3C75C36D4}" srcOrd="3" destOrd="0" presId="urn:microsoft.com/office/officeart/2005/8/layout/cycle3"/>
    <dgm:cxn modelId="{C71DE38F-C208-4D6E-9E61-FC8092DDB6B2}" type="presParOf" srcId="{73475F90-D177-42FE-93E8-8D37480D1256}" destId="{ADE16131-2BA4-40A1-8819-922E6B493CFB}"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6B46F-D886-44A0-99EB-B01CBABBF7DD}">
      <dsp:nvSpPr>
        <dsp:cNvPr id="0" name=""/>
        <dsp:cNvSpPr/>
      </dsp:nvSpPr>
      <dsp:spPr>
        <a:xfrm>
          <a:off x="3683" y="250069"/>
          <a:ext cx="2215156" cy="644841"/>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alisto MT" panose="02040603050505030304" pitchFamily="18" charset="0"/>
            </a:rPr>
            <a:t>Dependence on physical devices</a:t>
          </a:r>
          <a:r>
            <a:rPr lang="en-IN" sz="1800" b="1" kern="1200" dirty="0">
              <a:latin typeface="Bahnschrift Light" panose="020B0502040204020203" pitchFamily="34" charset="0"/>
            </a:rPr>
            <a:t>:</a:t>
          </a:r>
        </a:p>
      </dsp:txBody>
      <dsp:txXfrm>
        <a:off x="3683" y="250069"/>
        <a:ext cx="2215156" cy="644841"/>
      </dsp:txXfrm>
    </dsp:sp>
    <dsp:sp modelId="{9F0AA2A9-6C7D-4400-A4A1-BDAE082D1546}">
      <dsp:nvSpPr>
        <dsp:cNvPr id="0" name=""/>
        <dsp:cNvSpPr/>
      </dsp:nvSpPr>
      <dsp:spPr>
        <a:xfrm>
          <a:off x="3683" y="894911"/>
          <a:ext cx="2215156" cy="314216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en-US" sz="1600" b="1" kern="1200" dirty="0">
              <a:latin typeface="Calisto MT" panose="02040603050505030304" pitchFamily="18" charset="0"/>
            </a:rPr>
            <a:t>Mouse and keyboard require direct and continuous interaction with objects.</a:t>
          </a:r>
          <a:endParaRPr lang="en-IN" sz="1600" b="1" kern="1200" dirty="0">
            <a:latin typeface="Calisto MT" panose="02040603050505030304" pitchFamily="18" charset="0"/>
          </a:endParaRPr>
        </a:p>
        <a:p>
          <a:pPr marL="171450" lvl="1" indent="-171450" algn="l" defTabSz="711200">
            <a:lnSpc>
              <a:spcPct val="90000"/>
            </a:lnSpc>
            <a:spcBef>
              <a:spcPct val="0"/>
            </a:spcBef>
            <a:spcAft>
              <a:spcPct val="15000"/>
            </a:spcAft>
            <a:buFont typeface="Wingdings" panose="05000000000000000000" pitchFamily="2" charset="2"/>
            <a:buNone/>
          </a:pPr>
          <a:endParaRPr lang="en-IN" sz="1600" b="1" kern="1200" dirty="0">
            <a:latin typeface="Calisto MT" panose="02040603050505030304" pitchFamily="18" charset="0"/>
          </a:endParaRPr>
        </a:p>
        <a:p>
          <a:pPr marL="171450" lvl="1" indent="-171450" algn="l" defTabSz="711200">
            <a:lnSpc>
              <a:spcPct val="90000"/>
            </a:lnSpc>
            <a:spcBef>
              <a:spcPct val="0"/>
            </a:spcBef>
            <a:spcAft>
              <a:spcPct val="15000"/>
            </a:spcAft>
            <a:buFont typeface="Wingdings" panose="05000000000000000000" pitchFamily="2" charset="2"/>
            <a:buChar char="§"/>
          </a:pPr>
          <a:r>
            <a:rPr lang="en-US" sz="1600" b="1" kern="1200" dirty="0">
              <a:latin typeface="Calisto MT" panose="02040603050505030304" pitchFamily="18" charset="0"/>
            </a:rPr>
            <a:t>This presents a challenge when looking for a hands-free environment.</a:t>
          </a:r>
          <a:endParaRPr lang="en-IN" sz="1600" b="1" kern="1200" dirty="0">
            <a:latin typeface="Calisto MT" panose="02040603050505030304" pitchFamily="18" charset="0"/>
          </a:endParaRPr>
        </a:p>
      </dsp:txBody>
      <dsp:txXfrm>
        <a:off x="3683" y="894911"/>
        <a:ext cx="2215156" cy="3142167"/>
      </dsp:txXfrm>
    </dsp:sp>
    <dsp:sp modelId="{36458C69-B2DB-45DD-B4D2-A08BA33508BF}">
      <dsp:nvSpPr>
        <dsp:cNvPr id="0" name=""/>
        <dsp:cNvSpPr/>
      </dsp:nvSpPr>
      <dsp:spPr>
        <a:xfrm>
          <a:off x="2528962" y="250069"/>
          <a:ext cx="2215156" cy="644841"/>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alisto MT" panose="02040603050505030304" pitchFamily="18" charset="0"/>
            </a:rPr>
            <a:t>Accessibility barrier:</a:t>
          </a:r>
        </a:p>
      </dsp:txBody>
      <dsp:txXfrm>
        <a:off x="2528962" y="250069"/>
        <a:ext cx="2215156" cy="644841"/>
      </dsp:txXfrm>
    </dsp:sp>
    <dsp:sp modelId="{142EA43B-0280-494B-9A37-8710BEC8B17B}">
      <dsp:nvSpPr>
        <dsp:cNvPr id="0" name=""/>
        <dsp:cNvSpPr/>
      </dsp:nvSpPr>
      <dsp:spPr>
        <a:xfrm>
          <a:off x="2528962" y="894911"/>
          <a:ext cx="2215156" cy="314216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en-US" sz="1600" b="1" kern="1200" dirty="0">
              <a:latin typeface="Calisto MT" panose="02040603050505030304" pitchFamily="18" charset="0"/>
            </a:rPr>
            <a:t>Users with physical disabilities or mobility impairments may not be able to operate hardware based input devices.</a:t>
          </a:r>
          <a:endParaRPr lang="en-IN" sz="1600" b="1" kern="1200" dirty="0">
            <a:latin typeface="Calisto MT" panose="02040603050505030304" pitchFamily="18" charset="0"/>
          </a:endParaRPr>
        </a:p>
        <a:p>
          <a:pPr marL="171450" lvl="1" indent="-171450" algn="l" defTabSz="711200">
            <a:lnSpc>
              <a:spcPct val="90000"/>
            </a:lnSpc>
            <a:spcBef>
              <a:spcPct val="0"/>
            </a:spcBef>
            <a:spcAft>
              <a:spcPct val="15000"/>
            </a:spcAft>
            <a:buFont typeface="Wingdings" panose="05000000000000000000" pitchFamily="2" charset="2"/>
            <a:buNone/>
          </a:pPr>
          <a:endParaRPr lang="en-IN" sz="1600" b="1" kern="1200" dirty="0">
            <a:latin typeface="Calisto MT" panose="02040603050505030304" pitchFamily="18" charset="0"/>
          </a:endParaRPr>
        </a:p>
        <a:p>
          <a:pPr marL="171450" lvl="1" indent="-171450" algn="l" defTabSz="711200">
            <a:lnSpc>
              <a:spcPct val="90000"/>
            </a:lnSpc>
            <a:spcBef>
              <a:spcPct val="0"/>
            </a:spcBef>
            <a:spcAft>
              <a:spcPct val="15000"/>
            </a:spcAft>
            <a:buFont typeface="Wingdings" panose="05000000000000000000" pitchFamily="2" charset="2"/>
            <a:buChar char="§"/>
          </a:pPr>
          <a:r>
            <a:rPr lang="en-US" sz="1600" b="1" kern="1200" dirty="0">
              <a:latin typeface="Calisto MT" panose="02040603050505030304" pitchFamily="18" charset="0"/>
            </a:rPr>
            <a:t>There is a clear need for alternative input methods that don’t rely on mechanical devices.</a:t>
          </a:r>
          <a:endParaRPr lang="en-IN" sz="1600" b="1" kern="1200" dirty="0">
            <a:latin typeface="Calisto MT" panose="02040603050505030304" pitchFamily="18" charset="0"/>
          </a:endParaRPr>
        </a:p>
      </dsp:txBody>
      <dsp:txXfrm>
        <a:off x="2528962" y="894911"/>
        <a:ext cx="2215156" cy="3142167"/>
      </dsp:txXfrm>
    </dsp:sp>
    <dsp:sp modelId="{789095FC-6B16-45A5-B91D-DEB5AE41B52D}">
      <dsp:nvSpPr>
        <dsp:cNvPr id="0" name=""/>
        <dsp:cNvSpPr/>
      </dsp:nvSpPr>
      <dsp:spPr>
        <a:xfrm>
          <a:off x="5054240" y="250069"/>
          <a:ext cx="2215156" cy="644841"/>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alisto MT" panose="02040603050505030304" pitchFamily="18" charset="0"/>
            </a:rPr>
            <a:t>Public/shared device usage:</a:t>
          </a:r>
        </a:p>
      </dsp:txBody>
      <dsp:txXfrm>
        <a:off x="5054240" y="250069"/>
        <a:ext cx="2215156" cy="644841"/>
      </dsp:txXfrm>
    </dsp:sp>
    <dsp:sp modelId="{697FCD7D-752B-4670-8D03-E6ADCAC42BB0}">
      <dsp:nvSpPr>
        <dsp:cNvPr id="0" name=""/>
        <dsp:cNvSpPr/>
      </dsp:nvSpPr>
      <dsp:spPr>
        <a:xfrm>
          <a:off x="5054240" y="894911"/>
          <a:ext cx="2215156" cy="314216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Font typeface="Wingdings" panose="05000000000000000000" pitchFamily="2" charset="2"/>
            <a:buChar char="§"/>
          </a:pPr>
          <a:r>
            <a:rPr lang="en-US" sz="1500" b="1" kern="1200" dirty="0">
              <a:latin typeface="Calisto MT" panose="02040603050505030304" pitchFamily="18" charset="0"/>
            </a:rPr>
            <a:t>For example, in laboratories, schools, and office environments, the same computer will often be used by a number of people. </a:t>
          </a:r>
          <a:endParaRPr lang="en-IN" sz="1500" b="1" kern="1200" dirty="0">
            <a:latin typeface="Calisto MT" panose="02040603050505030304" pitchFamily="18" charset="0"/>
          </a:endParaRPr>
        </a:p>
        <a:p>
          <a:pPr marL="114300" lvl="1" indent="-114300" algn="l" defTabSz="666750">
            <a:lnSpc>
              <a:spcPct val="90000"/>
            </a:lnSpc>
            <a:spcBef>
              <a:spcPct val="0"/>
            </a:spcBef>
            <a:spcAft>
              <a:spcPct val="15000"/>
            </a:spcAft>
            <a:buFont typeface="Wingdings" panose="05000000000000000000" pitchFamily="2" charset="2"/>
            <a:buNone/>
          </a:pPr>
          <a:endParaRPr lang="en-IN" sz="1500" b="1" kern="1200" dirty="0">
            <a:latin typeface="Calisto MT" panose="02040603050505030304" pitchFamily="18" charset="0"/>
          </a:endParaRPr>
        </a:p>
        <a:p>
          <a:pPr marL="114300" lvl="1" indent="-114300" algn="l" defTabSz="666750">
            <a:lnSpc>
              <a:spcPct val="90000"/>
            </a:lnSpc>
            <a:spcBef>
              <a:spcPct val="0"/>
            </a:spcBef>
            <a:spcAft>
              <a:spcPct val="15000"/>
            </a:spcAft>
            <a:buFont typeface="Wingdings" panose="05000000000000000000" pitchFamily="2" charset="2"/>
            <a:buChar char="§"/>
          </a:pPr>
          <a:r>
            <a:rPr lang="en-US" sz="1500" b="1" kern="1200" dirty="0">
              <a:latin typeface="Calisto MT" panose="02040603050505030304" pitchFamily="18" charset="0"/>
            </a:rPr>
            <a:t>With repeated contact with hardware peripherals hygiene is a concern and the wear-and-tear effects are magnified.</a:t>
          </a:r>
          <a:endParaRPr lang="en-IN" sz="1500" b="1" kern="1200" dirty="0">
            <a:latin typeface="Calisto MT" panose="02040603050505030304" pitchFamily="18" charset="0"/>
          </a:endParaRPr>
        </a:p>
      </dsp:txBody>
      <dsp:txXfrm>
        <a:off x="5054240" y="894911"/>
        <a:ext cx="2215156" cy="3142167"/>
      </dsp:txXfrm>
    </dsp:sp>
    <dsp:sp modelId="{E32A86F9-6D9F-464A-86D2-C5B3FD004344}">
      <dsp:nvSpPr>
        <dsp:cNvPr id="0" name=""/>
        <dsp:cNvSpPr/>
      </dsp:nvSpPr>
      <dsp:spPr>
        <a:xfrm>
          <a:off x="7579519" y="250069"/>
          <a:ext cx="2215156" cy="644841"/>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alisto MT" panose="02040603050505030304" pitchFamily="18" charset="0"/>
            </a:rPr>
            <a:t>Lack of modern alternatives:</a:t>
          </a:r>
        </a:p>
      </dsp:txBody>
      <dsp:txXfrm>
        <a:off x="7579519" y="250069"/>
        <a:ext cx="2215156" cy="644841"/>
      </dsp:txXfrm>
    </dsp:sp>
    <dsp:sp modelId="{957155BA-FE24-4060-8C11-120328A6D14D}">
      <dsp:nvSpPr>
        <dsp:cNvPr id="0" name=""/>
        <dsp:cNvSpPr/>
      </dsp:nvSpPr>
      <dsp:spPr>
        <a:xfrm>
          <a:off x="7579519" y="894911"/>
          <a:ext cx="2215156" cy="3142167"/>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Font typeface="Wingdings" panose="05000000000000000000" pitchFamily="2" charset="2"/>
            <a:buChar char="§"/>
          </a:pPr>
          <a:r>
            <a:rPr lang="en-US" sz="1600" b="1" kern="1200" dirty="0">
              <a:latin typeface="Calisto MT" panose="02040603050505030304" pitchFamily="18" charset="0"/>
            </a:rPr>
            <a:t>It is still common to see an HCI system that relies on touch based input (mouse, touchscreen) and not depend on touchless instances of input even for general-use computing.</a:t>
          </a:r>
          <a:endParaRPr lang="en-IN" sz="1600" b="1" kern="1200" dirty="0">
            <a:latin typeface="Calisto MT" panose="02040603050505030304" pitchFamily="18" charset="0"/>
          </a:endParaRPr>
        </a:p>
      </dsp:txBody>
      <dsp:txXfrm>
        <a:off x="7579519" y="894911"/>
        <a:ext cx="2215156" cy="31421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E7A3E-7F7D-4F0F-B558-6385FF1A60F1}">
      <dsp:nvSpPr>
        <dsp:cNvPr id="0" name=""/>
        <dsp:cNvSpPr/>
      </dsp:nvSpPr>
      <dsp:spPr>
        <a:xfrm>
          <a:off x="3639" y="514329"/>
          <a:ext cx="2188698" cy="875479"/>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alisto MT" panose="02040603050505030304" pitchFamily="18" charset="0"/>
            </a:rPr>
            <a:t>Application of Computer Vision in HCI</a:t>
          </a:r>
          <a:endParaRPr lang="en-IN" sz="1500" kern="1200" dirty="0">
            <a:latin typeface="Calisto MT" panose="02040603050505030304" pitchFamily="18" charset="0"/>
          </a:endParaRPr>
        </a:p>
      </dsp:txBody>
      <dsp:txXfrm>
        <a:off x="3639" y="514329"/>
        <a:ext cx="2188698" cy="875479"/>
      </dsp:txXfrm>
    </dsp:sp>
    <dsp:sp modelId="{621B87D7-8A90-4E7B-8452-172565EB0462}">
      <dsp:nvSpPr>
        <dsp:cNvPr id="0" name=""/>
        <dsp:cNvSpPr/>
      </dsp:nvSpPr>
      <dsp:spPr>
        <a:xfrm>
          <a:off x="3639" y="1389808"/>
          <a:ext cx="2188698" cy="294401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Research concludes that various vision-based systems have the potential to track hands for interaction, but the vast majority of studies remain either conceptual or in the experimental phase.</a:t>
          </a:r>
          <a:endParaRPr lang="en-IN" sz="1500" kern="1200" dirty="0">
            <a:latin typeface="Calisto MT" panose="02040603050505030304" pitchFamily="18" charset="0"/>
          </a:endParaRPr>
        </a:p>
      </dsp:txBody>
      <dsp:txXfrm>
        <a:off x="3639" y="1389808"/>
        <a:ext cx="2188698" cy="2944012"/>
      </dsp:txXfrm>
    </dsp:sp>
    <dsp:sp modelId="{1D2610B6-0CE5-44A9-9C07-D6B4C887A131}">
      <dsp:nvSpPr>
        <dsp:cNvPr id="0" name=""/>
        <dsp:cNvSpPr/>
      </dsp:nvSpPr>
      <dsp:spPr>
        <a:xfrm>
          <a:off x="2498756" y="514329"/>
          <a:ext cx="2188698" cy="875479"/>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dirty="0">
              <a:latin typeface="Calisto MT" panose="02040603050505030304" pitchFamily="18" charset="0"/>
            </a:rPr>
            <a:t>Adoption of </a:t>
          </a:r>
          <a:r>
            <a:rPr lang="en-US" sz="1500" b="1" kern="1200" dirty="0" err="1">
              <a:latin typeface="Calisto MT" panose="02040603050505030304" pitchFamily="18" charset="0"/>
            </a:rPr>
            <a:t>MediaPipe</a:t>
          </a:r>
          <a:r>
            <a:rPr lang="en-US" sz="1500" b="1" kern="1200" dirty="0">
              <a:latin typeface="Calisto MT" panose="02040603050505030304" pitchFamily="18" charset="0"/>
            </a:rPr>
            <a:t> and OpenCV </a:t>
          </a:r>
          <a:endParaRPr lang="en-IN" sz="1500" kern="1200" dirty="0">
            <a:latin typeface="Calisto MT" panose="02040603050505030304" pitchFamily="18" charset="0"/>
          </a:endParaRPr>
        </a:p>
      </dsp:txBody>
      <dsp:txXfrm>
        <a:off x="2498756" y="514329"/>
        <a:ext cx="2188698" cy="875479"/>
      </dsp:txXfrm>
    </dsp:sp>
    <dsp:sp modelId="{652AA145-75F1-4B1A-BAFA-AE37E9082277}">
      <dsp:nvSpPr>
        <dsp:cNvPr id="0" name=""/>
        <dsp:cNvSpPr/>
      </dsp:nvSpPr>
      <dsp:spPr>
        <a:xfrm>
          <a:off x="2498756" y="1389808"/>
          <a:ext cx="2188698" cy="294401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These frameworks provide landmark-based hand tracking.</a:t>
          </a:r>
          <a:endParaRPr lang="en-IN" sz="1500" kern="1200" dirty="0">
            <a:latin typeface="Calisto MT" panose="02040603050505030304" pitchFamily="18" charset="0"/>
          </a:endParaRPr>
        </a:p>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These were useful in demonstration scenarios, but we did not yet reach a level of maturity to be consistently used as a stand-in for mouse input on a day-to-day basis. </a:t>
          </a:r>
          <a:endParaRPr lang="en-IN" sz="1500" kern="1200" dirty="0">
            <a:latin typeface="Calisto MT" panose="02040603050505030304" pitchFamily="18" charset="0"/>
          </a:endParaRPr>
        </a:p>
      </dsp:txBody>
      <dsp:txXfrm>
        <a:off x="2498756" y="1389808"/>
        <a:ext cx="2188698" cy="2944012"/>
      </dsp:txXfrm>
    </dsp:sp>
    <dsp:sp modelId="{3745E9B7-29DE-4FEE-899E-4E5CBFF96D09}">
      <dsp:nvSpPr>
        <dsp:cNvPr id="0" name=""/>
        <dsp:cNvSpPr/>
      </dsp:nvSpPr>
      <dsp:spPr>
        <a:xfrm>
          <a:off x="4993872" y="514329"/>
          <a:ext cx="2188698" cy="875479"/>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IN" sz="1500" b="1" kern="1200" dirty="0">
              <a:latin typeface="Calisto MT" panose="02040603050505030304" pitchFamily="18" charset="0"/>
            </a:rPr>
            <a:t>Problems with Early Prototypes</a:t>
          </a:r>
          <a:endParaRPr lang="en-IN" sz="1500" kern="1200" dirty="0">
            <a:latin typeface="Calisto MT" panose="02040603050505030304" pitchFamily="18" charset="0"/>
          </a:endParaRPr>
        </a:p>
      </dsp:txBody>
      <dsp:txXfrm>
        <a:off x="4993872" y="514329"/>
        <a:ext cx="2188698" cy="875479"/>
      </dsp:txXfrm>
    </dsp:sp>
    <dsp:sp modelId="{EDFD388A-2028-4160-B43A-E09A434FEBC8}">
      <dsp:nvSpPr>
        <dsp:cNvPr id="0" name=""/>
        <dsp:cNvSpPr/>
      </dsp:nvSpPr>
      <dsp:spPr>
        <a:xfrm>
          <a:off x="4993872" y="1389808"/>
          <a:ext cx="2188698" cy="294401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All of the systems had frame drop issues when performed on normal consumer-grade hardware. </a:t>
          </a:r>
          <a:endParaRPr lang="en-IN" sz="1500" kern="1200" dirty="0">
            <a:latin typeface="Calisto MT" panose="02040603050505030304" pitchFamily="18" charset="0"/>
          </a:endParaRPr>
        </a:p>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The aura of the gestures required very specific conditions in the background to be detected.</a:t>
          </a:r>
          <a:endParaRPr lang="en-IN" sz="1500" kern="1200" dirty="0">
            <a:latin typeface="Calisto MT" panose="02040603050505030304" pitchFamily="18" charset="0"/>
          </a:endParaRPr>
        </a:p>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Click and drag tasks were often unreliable to complete. </a:t>
          </a:r>
          <a:endParaRPr lang="en-IN" sz="1500" kern="1200" dirty="0">
            <a:latin typeface="Calisto MT" panose="02040603050505030304" pitchFamily="18" charset="0"/>
          </a:endParaRPr>
        </a:p>
      </dsp:txBody>
      <dsp:txXfrm>
        <a:off x="4993872" y="1389808"/>
        <a:ext cx="2188698" cy="2944012"/>
      </dsp:txXfrm>
    </dsp:sp>
    <dsp:sp modelId="{D4FC23BB-5EE0-4670-8FA4-8FB0C2E16C72}">
      <dsp:nvSpPr>
        <dsp:cNvPr id="0" name=""/>
        <dsp:cNvSpPr/>
      </dsp:nvSpPr>
      <dsp:spPr>
        <a:xfrm>
          <a:off x="7479840" y="477751"/>
          <a:ext cx="2188698" cy="875479"/>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IN" sz="1500" b="1" kern="1200" dirty="0">
              <a:latin typeface="Calisto MT" panose="02040603050505030304" pitchFamily="18" charset="0"/>
            </a:rPr>
            <a:t>Gap Identified</a:t>
          </a:r>
          <a:endParaRPr lang="en-IN" sz="1500" kern="1200" dirty="0">
            <a:latin typeface="Calisto MT" panose="02040603050505030304" pitchFamily="18" charset="0"/>
          </a:endParaRPr>
        </a:p>
      </dsp:txBody>
      <dsp:txXfrm>
        <a:off x="7479840" y="477751"/>
        <a:ext cx="2188698" cy="875479"/>
      </dsp:txXfrm>
    </dsp:sp>
    <dsp:sp modelId="{90F24B92-F78F-47F7-836F-78801BEE242A}">
      <dsp:nvSpPr>
        <dsp:cNvPr id="0" name=""/>
        <dsp:cNvSpPr/>
      </dsp:nvSpPr>
      <dsp:spPr>
        <a:xfrm>
          <a:off x="7488989" y="1389808"/>
          <a:ext cx="2188698" cy="2944012"/>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The literature consistently states that robustness and adaptability were prior concerns with gesture-based mouse implementations</a:t>
          </a:r>
          <a:br>
            <a:rPr lang="en-US" sz="1500" b="1" kern="1200" dirty="0"/>
          </a:br>
          <a:br>
            <a:rPr lang="en-US" sz="1500" b="1" kern="1200" dirty="0"/>
          </a:br>
          <a:endParaRPr lang="en-IN" sz="1500" kern="1200" dirty="0"/>
        </a:p>
      </dsp:txBody>
      <dsp:txXfrm>
        <a:off x="7488989" y="1389808"/>
        <a:ext cx="2188698" cy="29440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2FA80-0FC5-49C7-8380-35E0F9803CFC}">
      <dsp:nvSpPr>
        <dsp:cNvPr id="0" name=""/>
        <dsp:cNvSpPr/>
      </dsp:nvSpPr>
      <dsp:spPr>
        <a:xfrm>
          <a:off x="6" y="0"/>
          <a:ext cx="2015542" cy="806216"/>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Calisto MT" panose="02040603050505030304" pitchFamily="18" charset="0"/>
            </a:rPr>
            <a:t>Limitations of Existing Systems</a:t>
          </a:r>
          <a:endParaRPr lang="en-IN" sz="1600" kern="1200" dirty="0">
            <a:latin typeface="Calisto MT" panose="02040603050505030304" pitchFamily="18" charset="0"/>
          </a:endParaRPr>
        </a:p>
      </dsp:txBody>
      <dsp:txXfrm>
        <a:off x="6" y="0"/>
        <a:ext cx="2015542" cy="806216"/>
      </dsp:txXfrm>
    </dsp:sp>
    <dsp:sp modelId="{F573041D-28B6-46F1-888B-B30F05AD2A8C}">
      <dsp:nvSpPr>
        <dsp:cNvPr id="0" name=""/>
        <dsp:cNvSpPr/>
      </dsp:nvSpPr>
      <dsp:spPr>
        <a:xfrm>
          <a:off x="3351" y="823774"/>
          <a:ext cx="2015542" cy="335988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IN" sz="1500" b="1" kern="1200" dirty="0">
              <a:latin typeface="Calisto MT" panose="02040603050505030304" pitchFamily="18" charset="0"/>
            </a:rPr>
            <a:t>Lighting dependency: </a:t>
          </a:r>
          <a:r>
            <a:rPr lang="en-US" sz="1500" b="1" kern="1200" dirty="0">
              <a:latin typeface="Calisto MT" panose="02040603050505030304" pitchFamily="18" charset="0"/>
            </a:rPr>
            <a:t>They had poor accuracy in low- or uneven-light settings.</a:t>
          </a:r>
          <a:endParaRPr lang="en-IN" sz="1500" kern="1200" dirty="0">
            <a:latin typeface="Calisto MT" panose="02040603050505030304" pitchFamily="18" charset="0"/>
          </a:endParaRPr>
        </a:p>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Most systems were calibrated separately for each user.</a:t>
          </a:r>
          <a:endParaRPr lang="en-IN" sz="1500" kern="1200" dirty="0">
            <a:latin typeface="Calisto MT" panose="02040603050505030304" pitchFamily="18" charset="0"/>
          </a:endParaRPr>
        </a:p>
        <a:p>
          <a:pPr marL="114300" lvl="1" indent="-114300" algn="l" defTabSz="666750">
            <a:lnSpc>
              <a:spcPct val="90000"/>
            </a:lnSpc>
            <a:spcBef>
              <a:spcPct val="0"/>
            </a:spcBef>
            <a:spcAft>
              <a:spcPct val="15000"/>
            </a:spcAft>
            <a:buChar char="•"/>
          </a:pPr>
          <a:r>
            <a:rPr lang="en-US" sz="1500" b="1" kern="1200" dirty="0">
              <a:latin typeface="Calisto MT" panose="02040603050505030304" pitchFamily="18" charset="0"/>
            </a:rPr>
            <a:t>Limited fine control: Smooth scrolling or dragging was rarely even an option.</a:t>
          </a:r>
          <a:endParaRPr lang="en-IN" sz="1500" kern="1200" dirty="0">
            <a:latin typeface="Calisto MT" panose="02040603050505030304" pitchFamily="18" charset="0"/>
          </a:endParaRPr>
        </a:p>
      </dsp:txBody>
      <dsp:txXfrm>
        <a:off x="3351" y="823774"/>
        <a:ext cx="2015542" cy="3359880"/>
      </dsp:txXfrm>
    </dsp:sp>
    <dsp:sp modelId="{719E62F3-0D57-483F-88F3-167400763432}">
      <dsp:nvSpPr>
        <dsp:cNvPr id="0" name=""/>
        <dsp:cNvSpPr/>
      </dsp:nvSpPr>
      <dsp:spPr>
        <a:xfrm>
          <a:off x="2301069" y="17557"/>
          <a:ext cx="2015542" cy="806216"/>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a:t>Absence of Standardized Approach</a:t>
          </a:r>
          <a:endParaRPr lang="en-IN" sz="1600" kern="1200"/>
        </a:p>
      </dsp:txBody>
      <dsp:txXfrm>
        <a:off x="2301069" y="17557"/>
        <a:ext cx="2015542" cy="806216"/>
      </dsp:txXfrm>
    </dsp:sp>
    <dsp:sp modelId="{166487E2-8F23-458E-95C5-F350D9784E96}">
      <dsp:nvSpPr>
        <dsp:cNvPr id="0" name=""/>
        <dsp:cNvSpPr/>
      </dsp:nvSpPr>
      <dsp:spPr>
        <a:xfrm>
          <a:off x="2301069" y="823774"/>
          <a:ext cx="2015542" cy="335988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latin typeface="Calisto MT" panose="02040603050505030304" pitchFamily="18" charset="0"/>
            </a:rPr>
            <a:t>No common method was used to do </a:t>
          </a:r>
          <a:r>
            <a:rPr lang="en-US" sz="1600" b="1" kern="1200" dirty="0" err="1">
              <a:latin typeface="Calisto MT" panose="02040603050505030304" pitchFamily="18" charset="0"/>
            </a:rPr>
            <a:t>this.Every</a:t>
          </a:r>
          <a:r>
            <a:rPr lang="en-US" sz="1600" b="1" kern="1200" dirty="0">
              <a:latin typeface="Calisto MT" panose="02040603050505030304" pitchFamily="18" charset="0"/>
            </a:rPr>
            <a:t> prototype used a different method for mapping gestures to a resolution on the screen.</a:t>
          </a:r>
          <a:endParaRPr lang="en-IN" sz="1600" kern="1200" dirty="0">
            <a:latin typeface="Calisto MT" panose="02040603050505030304" pitchFamily="18" charset="0"/>
          </a:endParaRPr>
        </a:p>
      </dsp:txBody>
      <dsp:txXfrm>
        <a:off x="2301069" y="823774"/>
        <a:ext cx="2015542" cy="3359880"/>
      </dsp:txXfrm>
    </dsp:sp>
    <dsp:sp modelId="{D27E8F43-99E4-4ED6-A6EE-D276AE8CEE07}">
      <dsp:nvSpPr>
        <dsp:cNvPr id="0" name=""/>
        <dsp:cNvSpPr/>
      </dsp:nvSpPr>
      <dsp:spPr>
        <a:xfrm>
          <a:off x="4598787" y="17557"/>
          <a:ext cx="2015542" cy="806216"/>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b="1" kern="1200"/>
            <a:t>Research Opportunity</a:t>
          </a:r>
          <a:endParaRPr lang="en-IN" sz="1600" kern="1200"/>
        </a:p>
      </dsp:txBody>
      <dsp:txXfrm>
        <a:off x="4598787" y="17557"/>
        <a:ext cx="2015542" cy="806216"/>
      </dsp:txXfrm>
    </dsp:sp>
    <dsp:sp modelId="{36B9005F-F922-4FFA-908F-5C497F261596}">
      <dsp:nvSpPr>
        <dsp:cNvPr id="0" name=""/>
        <dsp:cNvSpPr/>
      </dsp:nvSpPr>
      <dsp:spPr>
        <a:xfrm>
          <a:off x="4598787" y="823774"/>
          <a:ext cx="2015542" cy="335988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latin typeface="Calisto MT" panose="02040603050505030304" pitchFamily="18" charset="0"/>
            </a:rPr>
            <a:t>A general-purpose, reliable gesture mouse has not yet been shown in real-world use. The focus is mainly on establishing proof-of-concept rather than actual, usable systems</a:t>
          </a:r>
          <a:endParaRPr lang="en-IN" sz="1600" kern="1200" dirty="0">
            <a:latin typeface="Calisto MT" panose="02040603050505030304" pitchFamily="18" charset="0"/>
          </a:endParaRPr>
        </a:p>
      </dsp:txBody>
      <dsp:txXfrm>
        <a:off x="4598787" y="823774"/>
        <a:ext cx="2015542" cy="3359880"/>
      </dsp:txXfrm>
    </dsp:sp>
    <dsp:sp modelId="{2AD13425-D4F3-47E4-BEE5-A4ECB1603ADF}">
      <dsp:nvSpPr>
        <dsp:cNvPr id="0" name=""/>
        <dsp:cNvSpPr/>
      </dsp:nvSpPr>
      <dsp:spPr>
        <a:xfrm>
          <a:off x="6896505" y="17557"/>
          <a:ext cx="2015542" cy="806216"/>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a:t>Value of this Project</a:t>
          </a:r>
          <a:endParaRPr lang="en-IN" sz="1600" kern="1200"/>
        </a:p>
      </dsp:txBody>
      <dsp:txXfrm>
        <a:off x="6896505" y="17557"/>
        <a:ext cx="2015542" cy="806216"/>
      </dsp:txXfrm>
    </dsp:sp>
    <dsp:sp modelId="{34C44110-64DE-43AF-921D-F465667559E4}">
      <dsp:nvSpPr>
        <dsp:cNvPr id="0" name=""/>
        <dsp:cNvSpPr/>
      </dsp:nvSpPr>
      <dsp:spPr>
        <a:xfrm>
          <a:off x="6896505" y="823774"/>
          <a:ext cx="2015542" cy="3359880"/>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b="1" kern="1200" dirty="0">
              <a:latin typeface="Calisto MT" panose="02040603050505030304" pitchFamily="18" charset="0"/>
            </a:rPr>
            <a:t>A gesture mouse with several usable actions (move, click, drag, scroll). </a:t>
          </a:r>
          <a:endParaRPr lang="en-IN" sz="1600" kern="1200" dirty="0">
            <a:latin typeface="Calisto MT" panose="02040603050505030304" pitchFamily="18" charset="0"/>
          </a:endParaRPr>
        </a:p>
        <a:p>
          <a:pPr marL="171450" lvl="1" indent="-171450" algn="l" defTabSz="711200">
            <a:lnSpc>
              <a:spcPct val="90000"/>
            </a:lnSpc>
            <a:spcBef>
              <a:spcPct val="0"/>
            </a:spcBef>
            <a:spcAft>
              <a:spcPct val="15000"/>
            </a:spcAft>
            <a:buChar char="•"/>
          </a:pPr>
          <a:r>
            <a:rPr lang="en-US" sz="1600" b="1" kern="1200" dirty="0">
              <a:latin typeface="Calisto MT" panose="02040603050505030304" pitchFamily="18" charset="0"/>
            </a:rPr>
            <a:t>Designed for real-time use with standard webcams. Aimed for stability and adaptability, especially because prior work often lacked this.</a:t>
          </a:r>
          <a:endParaRPr lang="en-IN" sz="1600" kern="1200" dirty="0">
            <a:latin typeface="Calisto MT" panose="02040603050505030304" pitchFamily="18" charset="0"/>
          </a:endParaRPr>
        </a:p>
      </dsp:txBody>
      <dsp:txXfrm>
        <a:off x="6896505" y="823774"/>
        <a:ext cx="2015542" cy="3359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E194F-E650-4F61-AD31-8584E6D916ED}">
      <dsp:nvSpPr>
        <dsp:cNvPr id="0" name=""/>
        <dsp:cNvSpPr/>
      </dsp:nvSpPr>
      <dsp:spPr>
        <a:xfrm>
          <a:off x="6246534" y="3192471"/>
          <a:ext cx="2966429" cy="2848060"/>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66725">
            <a:lnSpc>
              <a:spcPct val="90000"/>
            </a:lnSpc>
            <a:spcBef>
              <a:spcPct val="0"/>
            </a:spcBef>
            <a:spcAft>
              <a:spcPct val="15000"/>
            </a:spcAft>
            <a:buChar char="•"/>
          </a:pPr>
          <a:r>
            <a:rPr lang="en-US" sz="1050" b="1" kern="1200" dirty="0"/>
            <a:t>Allow those with mobility limitations to access to devices, leading to improved accessibility for all users who cannot interact with physical devices.</a:t>
          </a:r>
          <a:endParaRPr lang="en-IN" sz="1050" kern="1200" dirty="0"/>
        </a:p>
        <a:p>
          <a:pPr marL="57150" lvl="1" indent="-57150" algn="l" defTabSz="466725">
            <a:lnSpc>
              <a:spcPct val="90000"/>
            </a:lnSpc>
            <a:spcBef>
              <a:spcPct val="0"/>
            </a:spcBef>
            <a:spcAft>
              <a:spcPct val="15000"/>
            </a:spcAft>
            <a:buChar char="•"/>
          </a:pPr>
          <a:r>
            <a:rPr lang="en-US" sz="1050" b="1" kern="1200" dirty="0"/>
            <a:t>Reduce dependence on shared devices, improving hygiene and safety in environments like labs or offices.</a:t>
          </a:r>
          <a:endParaRPr lang="en-IN" sz="1050" kern="1200" dirty="0"/>
        </a:p>
      </dsp:txBody>
      <dsp:txXfrm>
        <a:off x="7197282" y="3965306"/>
        <a:ext cx="1954862" cy="2014407"/>
      </dsp:txXfrm>
    </dsp:sp>
    <dsp:sp modelId="{2335A9F5-332A-4C24-9026-60E6BD1D9E9F}">
      <dsp:nvSpPr>
        <dsp:cNvPr id="0" name=""/>
        <dsp:cNvSpPr/>
      </dsp:nvSpPr>
      <dsp:spPr>
        <a:xfrm>
          <a:off x="206857" y="3268028"/>
          <a:ext cx="2966429" cy="2704058"/>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t>Create a gesture-based HCI system that has the potential to be relatively suitable and deployable in the real-world, establishing a usable replacement (rather than experimental prototype) of the physical mouse.</a:t>
          </a:r>
          <a:endParaRPr lang="en-IN" sz="1200" kern="1200" dirty="0"/>
        </a:p>
      </dsp:txBody>
      <dsp:txXfrm>
        <a:off x="266256" y="4003441"/>
        <a:ext cx="1957702" cy="1909245"/>
      </dsp:txXfrm>
    </dsp:sp>
    <dsp:sp modelId="{0632DEB8-734F-45C3-AB2C-620CE4A2F113}">
      <dsp:nvSpPr>
        <dsp:cNvPr id="0" name=""/>
        <dsp:cNvSpPr/>
      </dsp:nvSpPr>
      <dsp:spPr>
        <a:xfrm>
          <a:off x="6332739" y="75419"/>
          <a:ext cx="2966429" cy="2810532"/>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t" anchorCtr="0">
          <a:noAutofit/>
        </a:bodyPr>
        <a:lstStyle/>
        <a:p>
          <a:pPr marL="57150" lvl="1" indent="-57150" algn="l" defTabSz="400050">
            <a:lnSpc>
              <a:spcPct val="90000"/>
            </a:lnSpc>
            <a:spcBef>
              <a:spcPct val="0"/>
            </a:spcBef>
            <a:spcAft>
              <a:spcPct val="15000"/>
            </a:spcAft>
            <a:buChar char="•"/>
          </a:pPr>
          <a:r>
            <a:rPr lang="en-US" sz="900" b="1" kern="1200" dirty="0"/>
            <a:t>Cursor Movement → The hand gestures should control the cursor movement on the screen smoothly, with no noticeable delay. </a:t>
          </a:r>
          <a:endParaRPr lang="en-IN" sz="900" kern="1200" dirty="0"/>
        </a:p>
        <a:p>
          <a:pPr marL="57150" lvl="1" indent="-57150" algn="l" defTabSz="400050">
            <a:lnSpc>
              <a:spcPct val="90000"/>
            </a:lnSpc>
            <a:spcBef>
              <a:spcPct val="0"/>
            </a:spcBef>
            <a:spcAft>
              <a:spcPct val="15000"/>
            </a:spcAft>
            <a:buChar char="•"/>
          </a:pPr>
          <a:r>
            <a:rPr lang="en-US" sz="900" b="1" kern="1200" dirty="0"/>
            <a:t>Click Actions → The gestures must be used to reliably replicate single click, double click, and right click actions. </a:t>
          </a:r>
          <a:endParaRPr lang="en-IN" sz="900" kern="1200" dirty="0"/>
        </a:p>
        <a:p>
          <a:pPr marL="57150" lvl="1" indent="-57150" algn="l" defTabSz="400050">
            <a:lnSpc>
              <a:spcPct val="90000"/>
            </a:lnSpc>
            <a:spcBef>
              <a:spcPct val="0"/>
            </a:spcBef>
            <a:spcAft>
              <a:spcPct val="15000"/>
            </a:spcAft>
            <a:buChar char="•"/>
          </a:pPr>
          <a:r>
            <a:rPr lang="en-US" sz="900" b="1" kern="1200" dirty="0"/>
            <a:t>Advanced Mouse Features → Additional mouse functions, such as drag-and-drop, scrolling, and selections, that are missing from most previous systems. </a:t>
          </a:r>
          <a:endParaRPr lang="en-IN" sz="900" kern="1200" dirty="0"/>
        </a:p>
        <a:p>
          <a:pPr marL="57150" lvl="1" indent="-57150" algn="l" defTabSz="400050">
            <a:lnSpc>
              <a:spcPct val="90000"/>
            </a:lnSpc>
            <a:spcBef>
              <a:spcPct val="0"/>
            </a:spcBef>
            <a:spcAft>
              <a:spcPct val="15000"/>
            </a:spcAft>
            <a:buChar char="•"/>
          </a:pPr>
          <a:r>
            <a:rPr lang="en-US" sz="900" b="1" kern="1200" dirty="0"/>
            <a:t>Reliability Improvements → There is the opportunity to use filtering/smoothing techniques to remove jitter in cursor and unintentional clicks.</a:t>
          </a:r>
          <a:endParaRPr lang="en-IN" sz="900" kern="1200" dirty="0"/>
        </a:p>
      </dsp:txBody>
      <dsp:txXfrm>
        <a:off x="7283487" y="136238"/>
        <a:ext cx="1954862" cy="1986261"/>
      </dsp:txXfrm>
    </dsp:sp>
    <dsp:sp modelId="{3E98D7C4-9807-44C1-A2A4-9668F1E62170}">
      <dsp:nvSpPr>
        <dsp:cNvPr id="0" name=""/>
        <dsp:cNvSpPr/>
      </dsp:nvSpPr>
      <dsp:spPr>
        <a:xfrm>
          <a:off x="206857" y="-2"/>
          <a:ext cx="2966429" cy="2045630"/>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66725">
            <a:lnSpc>
              <a:spcPct val="90000"/>
            </a:lnSpc>
            <a:spcBef>
              <a:spcPct val="0"/>
            </a:spcBef>
            <a:spcAft>
              <a:spcPct val="15000"/>
            </a:spcAft>
            <a:buChar char="•"/>
          </a:pPr>
          <a:r>
            <a:rPr lang="en-US" sz="1050" b="1" kern="1200" dirty="0"/>
            <a:t>To build a touchless virtual mouse system that uses gesture recognition with a normal webcam to replace traditional tangible hardware. The system is required to perform all basic mouse functions in real time and to an acceptable level of accuracy.</a:t>
          </a:r>
          <a:endParaRPr lang="en-IN" sz="1050" kern="1200" dirty="0"/>
        </a:p>
      </dsp:txBody>
      <dsp:txXfrm>
        <a:off x="251793" y="44934"/>
        <a:ext cx="1986628" cy="1444351"/>
      </dsp:txXfrm>
    </dsp:sp>
    <dsp:sp modelId="{0A95B0AF-A017-4FD4-B82D-A663397ECECE}">
      <dsp:nvSpPr>
        <dsp:cNvPr id="0" name=""/>
        <dsp:cNvSpPr/>
      </dsp:nvSpPr>
      <dsp:spPr>
        <a:xfrm>
          <a:off x="2059891" y="346971"/>
          <a:ext cx="2600129" cy="2600129"/>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a:t>Core Objective</a:t>
          </a:r>
          <a:endParaRPr lang="en-IN" sz="2200" kern="1200"/>
        </a:p>
      </dsp:txBody>
      <dsp:txXfrm>
        <a:off x="2821451" y="1108531"/>
        <a:ext cx="1838569" cy="1838569"/>
      </dsp:txXfrm>
    </dsp:sp>
    <dsp:sp modelId="{EF61BB15-55F5-47DB-A391-C8143DB851EF}">
      <dsp:nvSpPr>
        <dsp:cNvPr id="0" name=""/>
        <dsp:cNvSpPr/>
      </dsp:nvSpPr>
      <dsp:spPr>
        <a:xfrm rot="5400000">
          <a:off x="4780120" y="346971"/>
          <a:ext cx="2600129" cy="2600129"/>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dirty="0"/>
            <a:t>Functional Objectives</a:t>
          </a:r>
          <a:endParaRPr lang="en-IN" sz="2200" kern="1200" dirty="0"/>
        </a:p>
      </dsp:txBody>
      <dsp:txXfrm rot="-5400000">
        <a:off x="4780120" y="1108531"/>
        <a:ext cx="1838569" cy="1838569"/>
      </dsp:txXfrm>
    </dsp:sp>
    <dsp:sp modelId="{6C091221-7796-4085-9814-3404DCDFBFC8}">
      <dsp:nvSpPr>
        <dsp:cNvPr id="0" name=""/>
        <dsp:cNvSpPr/>
      </dsp:nvSpPr>
      <dsp:spPr>
        <a:xfrm rot="10800000">
          <a:off x="4780120" y="3067199"/>
          <a:ext cx="2600129" cy="2600129"/>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a:t>User-Centric Objectives</a:t>
          </a:r>
          <a:endParaRPr lang="en-IN" sz="2200" kern="1200"/>
        </a:p>
      </dsp:txBody>
      <dsp:txXfrm rot="10800000">
        <a:off x="4780120" y="3067199"/>
        <a:ext cx="1838569" cy="1838569"/>
      </dsp:txXfrm>
    </dsp:sp>
    <dsp:sp modelId="{678AD24C-338A-4B71-9F04-4E1A5C587769}">
      <dsp:nvSpPr>
        <dsp:cNvPr id="0" name=""/>
        <dsp:cNvSpPr/>
      </dsp:nvSpPr>
      <dsp:spPr>
        <a:xfrm rot="16200000">
          <a:off x="2059891" y="3067199"/>
          <a:ext cx="2600129" cy="2600129"/>
        </a:xfrm>
        <a:prstGeom prst="pieWedg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IN" sz="2200" b="1" kern="1200"/>
            <a:t>Long-Term Objective</a:t>
          </a:r>
          <a:endParaRPr lang="en-IN" sz="2200" kern="1200"/>
        </a:p>
      </dsp:txBody>
      <dsp:txXfrm rot="5400000">
        <a:off x="2821451" y="3067199"/>
        <a:ext cx="1838569" cy="1838569"/>
      </dsp:txXfrm>
    </dsp:sp>
    <dsp:sp modelId="{6C0080DE-F2DE-4D7F-8DA4-C761B3F3FD62}">
      <dsp:nvSpPr>
        <dsp:cNvPr id="0" name=""/>
        <dsp:cNvSpPr/>
      </dsp:nvSpPr>
      <dsp:spPr>
        <a:xfrm>
          <a:off x="4271203" y="2466707"/>
          <a:ext cx="897735" cy="780639"/>
        </a:xfrm>
        <a:prstGeom prst="circular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B55E1C-26A8-45B8-B05B-C50651EEED03}">
      <dsp:nvSpPr>
        <dsp:cNvPr id="0" name=""/>
        <dsp:cNvSpPr/>
      </dsp:nvSpPr>
      <dsp:spPr>
        <a:xfrm rot="10800000">
          <a:off x="4271203" y="2766953"/>
          <a:ext cx="897735" cy="780639"/>
        </a:xfrm>
        <a:prstGeom prst="circularArrow">
          <a:avLst/>
        </a:prstGeom>
        <a:solidFill>
          <a:schemeClr val="accent1">
            <a:tint val="6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0E8A9-1A6B-4F83-B23D-AD4FE0BCB4B9}">
      <dsp:nvSpPr>
        <dsp:cNvPr id="0" name=""/>
        <dsp:cNvSpPr/>
      </dsp:nvSpPr>
      <dsp:spPr>
        <a:xfrm>
          <a:off x="1883039" y="-132166"/>
          <a:ext cx="5149320" cy="5149320"/>
        </a:xfrm>
        <a:prstGeom prst="circularArrow">
          <a:avLst>
            <a:gd name="adj1" fmla="val 4668"/>
            <a:gd name="adj2" fmla="val 272909"/>
            <a:gd name="adj3" fmla="val 12859611"/>
            <a:gd name="adj4" fmla="val 18011634"/>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71C02D-FE3D-47C9-8D91-07CA254E665A}">
      <dsp:nvSpPr>
        <dsp:cNvPr id="0" name=""/>
        <dsp:cNvSpPr/>
      </dsp:nvSpPr>
      <dsp:spPr>
        <a:xfrm>
          <a:off x="2755589" y="776"/>
          <a:ext cx="3404220" cy="17021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Step 1 – Hand Detection</a:t>
          </a:r>
          <a:endParaRPr lang="en-IN" sz="1600" b="1" kern="1200" dirty="0"/>
        </a:p>
        <a:p>
          <a:pPr marL="114300" lvl="1" indent="-114300" algn="l" defTabSz="600075">
            <a:lnSpc>
              <a:spcPct val="90000"/>
            </a:lnSpc>
            <a:spcBef>
              <a:spcPct val="0"/>
            </a:spcBef>
            <a:spcAft>
              <a:spcPct val="15000"/>
            </a:spcAft>
            <a:buChar char="•"/>
          </a:pPr>
          <a:r>
            <a:rPr lang="en-US" sz="1350" kern="1200" dirty="0"/>
            <a:t>Use webcam to capture real-time video frames.</a:t>
          </a:r>
          <a:endParaRPr lang="en-IN" sz="1350" kern="1200" dirty="0"/>
        </a:p>
        <a:p>
          <a:pPr marL="114300" lvl="1" indent="-114300" algn="l" defTabSz="600075">
            <a:lnSpc>
              <a:spcPct val="90000"/>
            </a:lnSpc>
            <a:spcBef>
              <a:spcPct val="0"/>
            </a:spcBef>
            <a:spcAft>
              <a:spcPct val="15000"/>
            </a:spcAft>
            <a:buChar char="•"/>
          </a:pPr>
          <a:r>
            <a:rPr lang="en-US" sz="1350" kern="1200" dirty="0"/>
            <a:t>Apply </a:t>
          </a:r>
          <a:r>
            <a:rPr lang="en-US" sz="1350" kern="1200" dirty="0" err="1"/>
            <a:t>MediaPipe</a:t>
          </a:r>
          <a:r>
            <a:rPr lang="en-US" sz="1350" kern="1200" dirty="0"/>
            <a:t> Hand Tracking to extract landmarks</a:t>
          </a:r>
          <a:r>
            <a:rPr lang="en-US" sz="1500" kern="1200" dirty="0"/>
            <a:t>.</a:t>
          </a:r>
          <a:endParaRPr lang="en-IN" sz="1500" kern="1200" dirty="0"/>
        </a:p>
      </dsp:txBody>
      <dsp:txXfrm>
        <a:off x="2838679" y="83866"/>
        <a:ext cx="3238040" cy="1535930"/>
      </dsp:txXfrm>
    </dsp:sp>
    <dsp:sp modelId="{BE690C6B-9816-4E4F-B19A-E4B3A6BB61FF}">
      <dsp:nvSpPr>
        <dsp:cNvPr id="0" name=""/>
        <dsp:cNvSpPr/>
      </dsp:nvSpPr>
      <dsp:spPr>
        <a:xfrm>
          <a:off x="4604537" y="1849724"/>
          <a:ext cx="3404220" cy="17021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711200">
            <a:lnSpc>
              <a:spcPct val="90000"/>
            </a:lnSpc>
            <a:spcBef>
              <a:spcPct val="0"/>
            </a:spcBef>
            <a:spcAft>
              <a:spcPct val="35000"/>
            </a:spcAft>
            <a:buNone/>
          </a:pPr>
          <a:r>
            <a:rPr lang="en-IN" sz="1600" b="1" kern="1200" dirty="0"/>
            <a:t>Step 2 – Gesture Recognition</a:t>
          </a:r>
        </a:p>
        <a:p>
          <a:pPr marL="114300" lvl="1" indent="-114300" algn="l" defTabSz="600075">
            <a:lnSpc>
              <a:spcPct val="90000"/>
            </a:lnSpc>
            <a:spcBef>
              <a:spcPct val="0"/>
            </a:spcBef>
            <a:spcAft>
              <a:spcPct val="15000"/>
            </a:spcAft>
            <a:buChar char="•"/>
          </a:pPr>
          <a:r>
            <a:rPr lang="en-IN" sz="1350" kern="1200" dirty="0"/>
            <a:t>Define gesture set → cursor movement, clicks, drag, scroll.</a:t>
          </a:r>
        </a:p>
        <a:p>
          <a:pPr marL="114300" lvl="1" indent="-114300" algn="l" defTabSz="600075">
            <a:lnSpc>
              <a:spcPct val="90000"/>
            </a:lnSpc>
            <a:spcBef>
              <a:spcPct val="0"/>
            </a:spcBef>
            <a:spcAft>
              <a:spcPct val="15000"/>
            </a:spcAft>
            <a:buChar char="•"/>
          </a:pPr>
          <a:r>
            <a:rPr lang="en-IN" sz="1350" kern="1200" dirty="0"/>
            <a:t>Use distance thresholds between fingertips to classify gestures.</a:t>
          </a:r>
        </a:p>
        <a:p>
          <a:pPr marL="114300" lvl="1" indent="-114300" algn="l" defTabSz="600075">
            <a:lnSpc>
              <a:spcPct val="90000"/>
            </a:lnSpc>
            <a:spcBef>
              <a:spcPct val="0"/>
            </a:spcBef>
            <a:spcAft>
              <a:spcPct val="15000"/>
            </a:spcAft>
            <a:buChar char="•"/>
          </a:pPr>
          <a:r>
            <a:rPr lang="en-IN" sz="1350" kern="1200" dirty="0"/>
            <a:t>Apply smoothing filters to stabilize cursor movement.</a:t>
          </a:r>
        </a:p>
      </dsp:txBody>
      <dsp:txXfrm>
        <a:off x="4687627" y="1932814"/>
        <a:ext cx="3238040" cy="1535930"/>
      </dsp:txXfrm>
    </dsp:sp>
    <dsp:sp modelId="{0AB1E4DD-E584-4E61-A59D-B7A3C75C36D4}">
      <dsp:nvSpPr>
        <dsp:cNvPr id="0" name=""/>
        <dsp:cNvSpPr/>
      </dsp:nvSpPr>
      <dsp:spPr>
        <a:xfrm>
          <a:off x="2755589" y="3698673"/>
          <a:ext cx="3404220" cy="17021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711200">
            <a:lnSpc>
              <a:spcPct val="90000"/>
            </a:lnSpc>
            <a:spcBef>
              <a:spcPct val="0"/>
            </a:spcBef>
            <a:spcAft>
              <a:spcPct val="35000"/>
            </a:spcAft>
            <a:buNone/>
          </a:pPr>
          <a:r>
            <a:rPr lang="en-US" sz="1600" b="1" kern="1200" dirty="0"/>
            <a:t>Step 3 – Action Execution</a:t>
          </a:r>
          <a:endParaRPr lang="en-IN" sz="1600" b="1" kern="1200" dirty="0"/>
        </a:p>
        <a:p>
          <a:pPr marL="114300" lvl="1" indent="-114300" algn="l" defTabSz="600075">
            <a:lnSpc>
              <a:spcPct val="90000"/>
            </a:lnSpc>
            <a:spcBef>
              <a:spcPct val="0"/>
            </a:spcBef>
            <a:spcAft>
              <a:spcPct val="15000"/>
            </a:spcAft>
            <a:buChar char="•"/>
          </a:pPr>
          <a:r>
            <a:rPr lang="en-US" sz="1350" kern="1200" dirty="0"/>
            <a:t>Map recognized gestures to OS mouse events using </a:t>
          </a:r>
          <a:r>
            <a:rPr lang="en-US" sz="1350" kern="1200" dirty="0" err="1"/>
            <a:t>PyAutoGUI</a:t>
          </a:r>
          <a:r>
            <a:rPr lang="en-US" sz="1350" kern="1200" dirty="0"/>
            <a:t>.</a:t>
          </a:r>
          <a:endParaRPr lang="en-IN" sz="1350" kern="1200" dirty="0"/>
        </a:p>
        <a:p>
          <a:pPr marL="114300" lvl="1" indent="-114300" algn="l" defTabSz="600075">
            <a:lnSpc>
              <a:spcPct val="90000"/>
            </a:lnSpc>
            <a:spcBef>
              <a:spcPct val="0"/>
            </a:spcBef>
            <a:spcAft>
              <a:spcPct val="15000"/>
            </a:spcAft>
            <a:buChar char="•"/>
          </a:pPr>
          <a:r>
            <a:rPr lang="en-US" sz="1350" kern="1200" dirty="0"/>
            <a:t>Ensure low-latency interaction for practical usability.</a:t>
          </a:r>
          <a:endParaRPr lang="en-IN" sz="1350" kern="1200" dirty="0"/>
        </a:p>
      </dsp:txBody>
      <dsp:txXfrm>
        <a:off x="2838679" y="3781763"/>
        <a:ext cx="3238040" cy="1535930"/>
      </dsp:txXfrm>
    </dsp:sp>
    <dsp:sp modelId="{ADE16131-2BA4-40A1-8819-922E6B493CFB}">
      <dsp:nvSpPr>
        <dsp:cNvPr id="0" name=""/>
        <dsp:cNvSpPr/>
      </dsp:nvSpPr>
      <dsp:spPr>
        <a:xfrm>
          <a:off x="906641" y="1849724"/>
          <a:ext cx="3404220" cy="170211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711200">
            <a:lnSpc>
              <a:spcPct val="90000"/>
            </a:lnSpc>
            <a:spcBef>
              <a:spcPct val="0"/>
            </a:spcBef>
            <a:spcAft>
              <a:spcPct val="35000"/>
            </a:spcAft>
            <a:buNone/>
          </a:pPr>
          <a:r>
            <a:rPr lang="en-US" sz="1600" b="1" kern="1200" dirty="0"/>
            <a:t>Step 4 – Testing &amp; Evaluation</a:t>
          </a:r>
          <a:endParaRPr lang="en-IN" sz="1600" b="1" kern="1200" dirty="0"/>
        </a:p>
        <a:p>
          <a:pPr marL="114300" lvl="1" indent="-114300" algn="l" defTabSz="600075">
            <a:lnSpc>
              <a:spcPct val="90000"/>
            </a:lnSpc>
            <a:spcBef>
              <a:spcPct val="0"/>
            </a:spcBef>
            <a:spcAft>
              <a:spcPct val="15000"/>
            </a:spcAft>
            <a:buChar char="•"/>
          </a:pPr>
          <a:r>
            <a:rPr lang="en-US" sz="1350" kern="1200" dirty="0"/>
            <a:t>Validate performance in different lighting and backgrounds</a:t>
          </a:r>
          <a:endParaRPr lang="en-IN" sz="1350" kern="1200" dirty="0"/>
        </a:p>
        <a:p>
          <a:pPr marL="114300" lvl="1" indent="-114300" algn="l" defTabSz="600075">
            <a:lnSpc>
              <a:spcPct val="90000"/>
            </a:lnSpc>
            <a:spcBef>
              <a:spcPct val="0"/>
            </a:spcBef>
            <a:spcAft>
              <a:spcPct val="15000"/>
            </a:spcAft>
            <a:buChar char="•"/>
          </a:pPr>
          <a:r>
            <a:rPr lang="en-US" sz="1350" kern="1200" dirty="0"/>
            <a:t>Test across multiple screen resolutions.</a:t>
          </a:r>
          <a:endParaRPr lang="en-IN" sz="1350" kern="1200" dirty="0"/>
        </a:p>
        <a:p>
          <a:pPr marL="114300" lvl="1" indent="-114300" algn="l" defTabSz="600075">
            <a:lnSpc>
              <a:spcPct val="90000"/>
            </a:lnSpc>
            <a:spcBef>
              <a:spcPct val="0"/>
            </a:spcBef>
            <a:spcAft>
              <a:spcPct val="15000"/>
            </a:spcAft>
            <a:buChar char="•"/>
          </a:pPr>
          <a:r>
            <a:rPr lang="en-US" sz="1350" kern="1200" dirty="0"/>
            <a:t>Record results on accuracy and responsiveness.</a:t>
          </a:r>
          <a:endParaRPr lang="en-IN" sz="1350" kern="1200" dirty="0"/>
        </a:p>
      </dsp:txBody>
      <dsp:txXfrm>
        <a:off x="989731" y="1932814"/>
        <a:ext cx="3238040" cy="153593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92618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3352939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1025062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243051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27233C-5672-4C44-A079-813F9770CCDB}"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167486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27233C-5672-4C44-A079-813F9770CCDB}"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221918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27233C-5672-4C44-A079-813F9770CCDB}"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1065071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010942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2932127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2952787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263A6FA-49BE-43CF-A4FA-34B3F9D33BF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13301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1411273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263A6FA-49BE-43CF-A4FA-34B3F9D33BF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75592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627233C-5672-4C44-A079-813F9770CCDB}"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2973597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047527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27233C-5672-4C44-A079-813F9770CCDB}"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263A6FA-49BE-43CF-A4FA-34B3F9D33BF3}" type="slidenum">
              <a:rPr lang="en-IN" smtClean="0"/>
              <a:t>‹#›</a:t>
            </a:fld>
            <a:endParaRPr lang="en-IN"/>
          </a:p>
        </p:txBody>
      </p:sp>
    </p:spTree>
    <p:extLst>
      <p:ext uri="{BB962C8B-B14F-4D97-AF65-F5344CB8AC3E}">
        <p14:creationId xmlns:p14="http://schemas.microsoft.com/office/powerpoint/2010/main" val="4068018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627233C-5672-4C44-A079-813F9770CCDB}" type="datetimeFigureOut">
              <a:rPr lang="en-IN" smtClean="0"/>
              <a:t>17-11-2025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263A6FA-49BE-43CF-A4FA-34B3F9D33BF3}" type="slidenum">
              <a:rPr lang="en-IN" smtClean="0"/>
              <a:t>‹#›</a:t>
            </a:fld>
            <a:endParaRPr lang="en-IN"/>
          </a:p>
        </p:txBody>
      </p:sp>
    </p:spTree>
    <p:extLst>
      <p:ext uri="{BB962C8B-B14F-4D97-AF65-F5344CB8AC3E}">
        <p14:creationId xmlns:p14="http://schemas.microsoft.com/office/powerpoint/2010/main" val="2214556125"/>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342B5-C1D3-D273-77EF-20EF329B6939}"/>
              </a:ext>
            </a:extLst>
          </p:cNvPr>
          <p:cNvSpPr>
            <a:spLocks noGrp="1"/>
          </p:cNvSpPr>
          <p:nvPr>
            <p:ph type="ctrTitle"/>
          </p:nvPr>
        </p:nvSpPr>
        <p:spPr>
          <a:xfrm>
            <a:off x="3108112" y="338987"/>
            <a:ext cx="7696183" cy="794209"/>
          </a:xfrm>
        </p:spPr>
        <p:txBody>
          <a:bodyPr>
            <a:normAutofit fontScale="90000"/>
          </a:bodyPr>
          <a:lstStyle/>
          <a:p>
            <a:r>
              <a:rPr lang="en-US" dirty="0">
                <a:solidFill>
                  <a:schemeClr val="accent5">
                    <a:lumMod val="75000"/>
                  </a:schemeClr>
                </a:solidFill>
                <a:latin typeface="Calisto MT" panose="02040603050505030304" pitchFamily="18" charset="0"/>
              </a:rPr>
              <a:t>AI VIRTUAL MOUSE</a:t>
            </a:r>
            <a:endParaRPr lang="en-IN" dirty="0">
              <a:solidFill>
                <a:schemeClr val="accent5">
                  <a:lumMod val="75000"/>
                </a:schemeClr>
              </a:solidFill>
              <a:latin typeface="Calisto MT" panose="02040603050505030304" pitchFamily="18" charset="0"/>
            </a:endParaRPr>
          </a:p>
        </p:txBody>
      </p:sp>
      <p:sp>
        <p:nvSpPr>
          <p:cNvPr id="3" name="Subtitle 2">
            <a:extLst>
              <a:ext uri="{FF2B5EF4-FFF2-40B4-BE49-F238E27FC236}">
                <a16:creationId xmlns:a16="http://schemas.microsoft.com/office/drawing/2014/main" id="{BBBC1B9E-D439-FDD7-4C2E-AE6AD9FD94A0}"/>
              </a:ext>
            </a:extLst>
          </p:cNvPr>
          <p:cNvSpPr>
            <a:spLocks noGrp="1"/>
          </p:cNvSpPr>
          <p:nvPr>
            <p:ph type="subTitle" idx="1"/>
          </p:nvPr>
        </p:nvSpPr>
        <p:spPr>
          <a:xfrm>
            <a:off x="2317015" y="1860804"/>
            <a:ext cx="7777961" cy="4572000"/>
          </a:xfrm>
        </p:spPr>
        <p:txBody>
          <a:bodyPr>
            <a:normAutofit fontScale="47500" lnSpcReduction="20000"/>
          </a:bodyPr>
          <a:lstStyle/>
          <a:p>
            <a:pPr lvl="1"/>
            <a:r>
              <a:rPr lang="en-US" sz="3800" b="1" dirty="0">
                <a:solidFill>
                  <a:schemeClr val="tx1">
                    <a:lumMod val="65000"/>
                    <a:lumOff val="35000"/>
                  </a:schemeClr>
                </a:solidFill>
                <a:latin typeface="Calisto MT" panose="02040603050505030304" pitchFamily="18" charset="0"/>
              </a:rPr>
              <a:t>SWARAJ KAMMAGANI                           2203A51793</a:t>
            </a:r>
          </a:p>
          <a:p>
            <a:pPr lvl="1"/>
            <a:r>
              <a:rPr lang="en-US" sz="3800" b="1" dirty="0">
                <a:solidFill>
                  <a:schemeClr val="tx1">
                    <a:lumMod val="65000"/>
                    <a:lumOff val="35000"/>
                  </a:schemeClr>
                </a:solidFill>
                <a:latin typeface="Calisto MT" panose="02040603050505030304" pitchFamily="18" charset="0"/>
              </a:rPr>
              <a:t>PAVAN  PUTTA                                          2203A51685</a:t>
            </a:r>
          </a:p>
          <a:p>
            <a:pPr lvl="1"/>
            <a:r>
              <a:rPr lang="en-US" sz="3800" b="1" dirty="0">
                <a:solidFill>
                  <a:schemeClr val="tx1">
                    <a:lumMod val="65000"/>
                    <a:lumOff val="35000"/>
                  </a:schemeClr>
                </a:solidFill>
                <a:latin typeface="Calisto MT" panose="02040603050505030304" pitchFamily="18" charset="0"/>
              </a:rPr>
              <a:t>MOHAMMAD SHAHEDPASHA              2203A51494</a:t>
            </a:r>
          </a:p>
          <a:p>
            <a:endParaRPr lang="en-US" sz="2900" b="1" dirty="0">
              <a:latin typeface="Calisto MT" panose="02040603050505030304" pitchFamily="18" charset="0"/>
            </a:endParaRPr>
          </a:p>
          <a:p>
            <a:endParaRPr lang="en-US" sz="1700" b="1" dirty="0">
              <a:latin typeface="Calisto MT" panose="02040603050505030304" pitchFamily="18" charset="0"/>
            </a:endParaRPr>
          </a:p>
          <a:p>
            <a:endParaRPr lang="en-US" sz="1700" b="1" dirty="0">
              <a:latin typeface="Calisto MT" panose="02040603050505030304" pitchFamily="18" charset="0"/>
            </a:endParaRPr>
          </a:p>
          <a:p>
            <a:pPr lvl="1"/>
            <a:r>
              <a:rPr lang="en-US" sz="2900" dirty="0">
                <a:latin typeface="Calisto MT" panose="02040603050505030304" pitchFamily="18" charset="0"/>
              </a:rPr>
              <a:t>      </a:t>
            </a:r>
          </a:p>
          <a:p>
            <a:pPr lvl="1"/>
            <a:endParaRPr lang="en-US" sz="4200" b="1" dirty="0">
              <a:solidFill>
                <a:schemeClr val="tx1">
                  <a:lumMod val="65000"/>
                  <a:lumOff val="35000"/>
                </a:schemeClr>
              </a:solidFill>
              <a:latin typeface="Calisto MT" panose="02040603050505030304" pitchFamily="18" charset="0"/>
            </a:endParaRPr>
          </a:p>
          <a:p>
            <a:pPr lvl="1"/>
            <a:endParaRPr lang="en-US" sz="4200" b="1" dirty="0">
              <a:solidFill>
                <a:schemeClr val="tx1">
                  <a:lumMod val="65000"/>
                  <a:lumOff val="35000"/>
                </a:schemeClr>
              </a:solidFill>
              <a:latin typeface="Calisto MT" panose="02040603050505030304" pitchFamily="18" charset="0"/>
            </a:endParaRPr>
          </a:p>
          <a:p>
            <a:pPr lvl="1"/>
            <a:r>
              <a:rPr lang="en-US" sz="4200" b="1" dirty="0">
                <a:solidFill>
                  <a:schemeClr val="tx1">
                    <a:lumMod val="65000"/>
                    <a:lumOff val="35000"/>
                  </a:schemeClr>
                </a:solidFill>
                <a:latin typeface="Calisto MT" panose="02040603050505030304" pitchFamily="18" charset="0"/>
              </a:rPr>
              <a:t>Under the Guidance of </a:t>
            </a:r>
          </a:p>
          <a:p>
            <a:pPr lvl="1"/>
            <a:r>
              <a:rPr lang="en-US" sz="4200" b="1" dirty="0">
                <a:solidFill>
                  <a:schemeClr val="tx1">
                    <a:lumMod val="65000"/>
                    <a:lumOff val="35000"/>
                  </a:schemeClr>
                </a:solidFill>
                <a:latin typeface="Calisto MT" panose="02040603050505030304" pitchFamily="18" charset="0"/>
              </a:rPr>
              <a:t>         Mr. Y. NAGENDAR</a:t>
            </a:r>
          </a:p>
          <a:p>
            <a:pPr lvl="1"/>
            <a:r>
              <a:rPr lang="en-US" sz="4200" b="1" dirty="0">
                <a:solidFill>
                  <a:schemeClr val="tx1">
                    <a:lumMod val="65000"/>
                    <a:lumOff val="35000"/>
                  </a:schemeClr>
                </a:solidFill>
                <a:latin typeface="Calisto MT" panose="02040603050505030304" pitchFamily="18" charset="0"/>
              </a:rPr>
              <a:t>        Assistant Professor , School of CS &amp;AI</a:t>
            </a:r>
            <a:r>
              <a:rPr lang="en-US" sz="4200" dirty="0">
                <a:latin typeface="Calisto MT" panose="02040603050505030304" pitchFamily="18" charset="0"/>
              </a:rPr>
              <a:t> </a:t>
            </a:r>
          </a:p>
          <a:p>
            <a:r>
              <a:rPr lang="en-US" sz="4200" dirty="0">
                <a:latin typeface="Arial Rounded MT Bold" panose="020F0704030504030204" pitchFamily="34" charset="0"/>
              </a:rPr>
              <a:t>                                                                        </a:t>
            </a:r>
          </a:p>
          <a:p>
            <a:r>
              <a:rPr lang="en-US" dirty="0">
                <a:latin typeface="Arial Rounded MT Bold" panose="020F0704030504030204" pitchFamily="34" charset="0"/>
              </a:rPr>
              <a:t> </a:t>
            </a:r>
            <a:endParaRPr lang="en-IN" dirty="0">
              <a:latin typeface="Arial Rounded MT Bold" panose="020F0704030504030204" pitchFamily="34" charset="0"/>
            </a:endParaRPr>
          </a:p>
          <a:p>
            <a:endParaRPr lang="en-IN" dirty="0">
              <a:latin typeface="Arial Rounded MT Bold" panose="020F0704030504030204" pitchFamily="34" charset="0"/>
            </a:endParaRPr>
          </a:p>
        </p:txBody>
      </p:sp>
      <p:pic>
        <p:nvPicPr>
          <p:cNvPr id="5" name="Picture 4">
            <a:extLst>
              <a:ext uri="{FF2B5EF4-FFF2-40B4-BE49-F238E27FC236}">
                <a16:creationId xmlns:a16="http://schemas.microsoft.com/office/drawing/2014/main" id="{DA109965-11A7-14DB-A868-4885637BF311}"/>
              </a:ext>
            </a:extLst>
          </p:cNvPr>
          <p:cNvPicPr>
            <a:picLocks noChangeAspect="1"/>
          </p:cNvPicPr>
          <p:nvPr/>
        </p:nvPicPr>
        <p:blipFill>
          <a:blip r:embed="rId2"/>
          <a:srcRect/>
          <a:stretch>
            <a:fillRect/>
          </a:stretch>
        </p:blipFill>
        <p:spPr bwMode="auto">
          <a:xfrm>
            <a:off x="3566851" y="3250692"/>
            <a:ext cx="5530894" cy="960120"/>
          </a:xfrm>
          <a:prstGeom prst="rect">
            <a:avLst/>
          </a:prstGeom>
          <a:noFill/>
          <a:ln w="9525">
            <a:noFill/>
            <a:miter lim="800000"/>
            <a:headEnd/>
            <a:tailEnd/>
          </a:ln>
        </p:spPr>
      </p:pic>
    </p:spTree>
    <p:extLst>
      <p:ext uri="{BB962C8B-B14F-4D97-AF65-F5344CB8AC3E}">
        <p14:creationId xmlns:p14="http://schemas.microsoft.com/office/powerpoint/2010/main" val="33249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1E61-285E-B438-3B7B-1B6B85C3AB1B}"/>
              </a:ext>
            </a:extLst>
          </p:cNvPr>
          <p:cNvSpPr>
            <a:spLocks noGrp="1"/>
          </p:cNvSpPr>
          <p:nvPr>
            <p:ph type="title"/>
          </p:nvPr>
        </p:nvSpPr>
        <p:spPr>
          <a:xfrm>
            <a:off x="4637421" y="175583"/>
            <a:ext cx="4140819" cy="667362"/>
          </a:xfrm>
        </p:spPr>
        <p:txBody>
          <a:bodyPr>
            <a:normAutofit/>
          </a:bodyPr>
          <a:lstStyle/>
          <a:p>
            <a:r>
              <a:rPr lang="en-US" b="1" dirty="0">
                <a:latin typeface="Calisto MT" panose="02040603050505030304" pitchFamily="18" charset="0"/>
              </a:rPr>
              <a:t>INTRODUCTION</a:t>
            </a:r>
            <a:endParaRPr lang="en-IN"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86EE5F5-15CA-A677-8BB2-C0B9BE0E7E22}"/>
              </a:ext>
            </a:extLst>
          </p:cNvPr>
          <p:cNvSpPr>
            <a:spLocks noGrp="1"/>
          </p:cNvSpPr>
          <p:nvPr>
            <p:ph idx="1"/>
          </p:nvPr>
        </p:nvSpPr>
        <p:spPr>
          <a:xfrm>
            <a:off x="2488677" y="1046375"/>
            <a:ext cx="8987655" cy="5811625"/>
          </a:xfrm>
        </p:spPr>
        <p:txBody>
          <a:bodyPr>
            <a:noAutofit/>
          </a:bodyPr>
          <a:lstStyle/>
          <a:p>
            <a:r>
              <a:rPr lang="en-US" sz="1600" b="1" dirty="0">
                <a:latin typeface="Calisto MT" panose="02040603050505030304" pitchFamily="18" charset="0"/>
              </a:rPr>
              <a:t>Now a days, Human-Computer Interaction (HCI) is progressing towards more natural and touchless ways of interacting with computers</a:t>
            </a:r>
          </a:p>
          <a:p>
            <a:r>
              <a:rPr lang="en-US" sz="1600" b="1" dirty="0">
                <a:latin typeface="Calisto MT" panose="02040603050505030304" pitchFamily="18" charset="0"/>
              </a:rPr>
              <a:t>The mouse and keyboard are standard input devices for computers, but they have their limitations:</a:t>
            </a:r>
          </a:p>
          <a:p>
            <a:pPr lvl="2"/>
            <a:r>
              <a:rPr lang="en-US" sz="1600" b="1" dirty="0">
                <a:latin typeface="Calisto MT" panose="02040603050505030304" pitchFamily="18" charset="0"/>
              </a:rPr>
              <a:t>Hygiene → there is continuous physical contact with keyboard and mouses.</a:t>
            </a:r>
          </a:p>
          <a:p>
            <a:pPr lvl="2"/>
            <a:r>
              <a:rPr lang="en-US" sz="1600" b="1" dirty="0">
                <a:latin typeface="Calisto MT" panose="02040603050505030304" pitchFamily="18" charset="0"/>
              </a:rPr>
              <a:t>Accessibility → it is difficult for differently abled users to use these devices.</a:t>
            </a:r>
          </a:p>
          <a:p>
            <a:pPr lvl="2"/>
            <a:r>
              <a:rPr lang="en-US" sz="1600" b="1" dirty="0">
                <a:latin typeface="Calisto MT" panose="02040603050505030304" pitchFamily="18" charset="0"/>
              </a:rPr>
              <a:t>Adaptability → these cannot be used in hands-free situations.</a:t>
            </a:r>
          </a:p>
          <a:p>
            <a:r>
              <a:rPr lang="en-US" sz="1600" b="1" dirty="0">
                <a:latin typeface="Calisto MT" panose="02040603050505030304" pitchFamily="18" charset="0"/>
              </a:rPr>
              <a:t>Recent advances in computer vision and speech recognition may provide benefits for interaction.</a:t>
            </a:r>
          </a:p>
          <a:p>
            <a:r>
              <a:rPr lang="en-US" sz="1600" b="1" dirty="0">
                <a:latin typeface="Calisto MT" panose="02040603050505030304" pitchFamily="18" charset="0"/>
              </a:rPr>
              <a:t>This project is an application that aims to design a gesture-controlled virtual mouse for computer interfacing. </a:t>
            </a:r>
          </a:p>
          <a:p>
            <a:r>
              <a:rPr lang="en-US" sz="1600" b="1" dirty="0">
                <a:latin typeface="Calisto MT" panose="02040603050505030304" pitchFamily="18" charset="0"/>
              </a:rPr>
              <a:t>Rather than relying on traditional interaction devices, this new system will use Webcam input for positional tracking of hand landmarks and to map hand actions to cursor actions on the screen which include</a:t>
            </a:r>
          </a:p>
          <a:p>
            <a:pPr lvl="4"/>
            <a:r>
              <a:rPr lang="en-IN" sz="1500" b="1" dirty="0">
                <a:latin typeface="Calisto MT" panose="02040603050505030304" pitchFamily="18" charset="0"/>
              </a:rPr>
              <a:t>Cursor movement               </a:t>
            </a:r>
          </a:p>
          <a:p>
            <a:pPr lvl="4"/>
            <a:r>
              <a:rPr lang="en-IN" sz="1500" b="1" dirty="0">
                <a:latin typeface="Calisto MT" panose="02040603050505030304" pitchFamily="18" charset="0"/>
              </a:rPr>
              <a:t> Drag and drop</a:t>
            </a:r>
          </a:p>
          <a:p>
            <a:pPr lvl="4"/>
            <a:r>
              <a:rPr lang="en-IN" sz="1500" b="1" dirty="0">
                <a:latin typeface="Calisto MT" panose="02040603050505030304" pitchFamily="18" charset="0"/>
              </a:rPr>
              <a:t>Scrolling</a:t>
            </a:r>
          </a:p>
          <a:p>
            <a:pPr lvl="4"/>
            <a:r>
              <a:rPr lang="en-IN" sz="1500" b="1" dirty="0">
                <a:latin typeface="Calisto MT" panose="02040603050505030304" pitchFamily="18" charset="0"/>
              </a:rPr>
              <a:t>Single/Double click</a:t>
            </a:r>
          </a:p>
        </p:txBody>
      </p:sp>
      <p:pic>
        <p:nvPicPr>
          <p:cNvPr id="4" name="Picture 3">
            <a:extLst>
              <a:ext uri="{FF2B5EF4-FFF2-40B4-BE49-F238E27FC236}">
                <a16:creationId xmlns:a16="http://schemas.microsoft.com/office/drawing/2014/main" id="{30DC3E37-06DE-A66E-A6B1-1825016B6B79}"/>
              </a:ext>
            </a:extLst>
          </p:cNvPr>
          <p:cNvPicPr>
            <a:picLocks noChangeAspect="1"/>
          </p:cNvPicPr>
          <p:nvPr/>
        </p:nvPicPr>
        <p:blipFill>
          <a:blip r:embed="rId2"/>
          <a:stretch>
            <a:fillRect/>
          </a:stretch>
        </p:blipFill>
        <p:spPr>
          <a:xfrm>
            <a:off x="10332627" y="-57664"/>
            <a:ext cx="2133785" cy="1133856"/>
          </a:xfrm>
          <a:prstGeom prst="rect">
            <a:avLst/>
          </a:prstGeom>
        </p:spPr>
      </p:pic>
    </p:spTree>
    <p:extLst>
      <p:ext uri="{BB962C8B-B14F-4D97-AF65-F5344CB8AC3E}">
        <p14:creationId xmlns:p14="http://schemas.microsoft.com/office/powerpoint/2010/main" val="257235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4049C-554D-A4D9-E514-1F57A8005D70}"/>
              </a:ext>
            </a:extLst>
          </p:cNvPr>
          <p:cNvSpPr>
            <a:spLocks noGrp="1"/>
          </p:cNvSpPr>
          <p:nvPr>
            <p:ph type="title"/>
          </p:nvPr>
        </p:nvSpPr>
        <p:spPr>
          <a:xfrm>
            <a:off x="1808424" y="924832"/>
            <a:ext cx="9798360" cy="620228"/>
          </a:xfrm>
        </p:spPr>
        <p:txBody>
          <a:bodyPr>
            <a:normAutofit fontScale="90000"/>
          </a:bodyPr>
          <a:lstStyle/>
          <a:p>
            <a:r>
              <a:rPr lang="en-US" b="1" dirty="0">
                <a:latin typeface="Calisto MT" panose="02040603050505030304" pitchFamily="18" charset="0"/>
              </a:rPr>
              <a:t>PROBLEM STATEMENT (IDENTIFICATION)</a:t>
            </a:r>
            <a:endParaRPr lang="en-IN" b="1" dirty="0">
              <a:latin typeface="Calisto MT" panose="02040603050505030304" pitchFamily="18" charset="0"/>
            </a:endParaRPr>
          </a:p>
        </p:txBody>
      </p:sp>
      <p:graphicFrame>
        <p:nvGraphicFramePr>
          <p:cNvPr id="5" name="Content Placeholder 4">
            <a:extLst>
              <a:ext uri="{FF2B5EF4-FFF2-40B4-BE49-F238E27FC236}">
                <a16:creationId xmlns:a16="http://schemas.microsoft.com/office/drawing/2014/main" id="{6F306554-5385-D8CB-72AB-A27F8EA171E8}"/>
              </a:ext>
            </a:extLst>
          </p:cNvPr>
          <p:cNvGraphicFramePr>
            <a:graphicFrameLocks noGrp="1"/>
          </p:cNvGraphicFramePr>
          <p:nvPr>
            <p:ph idx="1"/>
            <p:extLst>
              <p:ext uri="{D42A27DB-BD31-4B8C-83A1-F6EECF244321}">
                <p14:modId xmlns:p14="http://schemas.microsoft.com/office/powerpoint/2010/main" val="1211160977"/>
              </p:ext>
            </p:extLst>
          </p:nvPr>
        </p:nvGraphicFramePr>
        <p:xfrm>
          <a:off x="1719262" y="1798420"/>
          <a:ext cx="9798360" cy="4287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utoShape 2" descr="Computer online job. Disabled man freelancer with amputated two stump hands  in cafe typing works on laptop Problem of adaptation to life people  disabilities. Independent handicapped invalid young guy. Stock Photo |">
            <a:extLst>
              <a:ext uri="{FF2B5EF4-FFF2-40B4-BE49-F238E27FC236}">
                <a16:creationId xmlns:a16="http://schemas.microsoft.com/office/drawing/2014/main" id="{12B444D6-FB41-9EEC-02BC-05766F8006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descr="Computer online job. Disabled man freelancer with amputated two stump hands  in cafe typing works on laptop Problem of adaptation to life people  disabilities. Independent handicapped invalid young guy. Stock Photo |">
            <a:extLst>
              <a:ext uri="{FF2B5EF4-FFF2-40B4-BE49-F238E27FC236}">
                <a16:creationId xmlns:a16="http://schemas.microsoft.com/office/drawing/2014/main" id="{A9D0BEF4-5BA4-BF54-A8F4-E71B15AD7EA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5690BBCC-9B87-8FAA-8756-BB77A7DF53D7}"/>
              </a:ext>
            </a:extLst>
          </p:cNvPr>
          <p:cNvPicPr>
            <a:picLocks noChangeAspect="1"/>
          </p:cNvPicPr>
          <p:nvPr/>
        </p:nvPicPr>
        <p:blipFill>
          <a:blip r:embed="rId7"/>
          <a:stretch>
            <a:fillRect/>
          </a:stretch>
        </p:blipFill>
        <p:spPr>
          <a:xfrm>
            <a:off x="10292136" y="-24328"/>
            <a:ext cx="2133785" cy="1051616"/>
          </a:xfrm>
          <a:prstGeom prst="rect">
            <a:avLst/>
          </a:prstGeom>
        </p:spPr>
      </p:pic>
    </p:spTree>
    <p:extLst>
      <p:ext uri="{BB962C8B-B14F-4D97-AF65-F5344CB8AC3E}">
        <p14:creationId xmlns:p14="http://schemas.microsoft.com/office/powerpoint/2010/main" val="3321828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8C266-7D0B-4665-8186-7CBCEB904F47}"/>
              </a:ext>
            </a:extLst>
          </p:cNvPr>
          <p:cNvSpPr>
            <a:spLocks noGrp="1"/>
          </p:cNvSpPr>
          <p:nvPr>
            <p:ph idx="1"/>
          </p:nvPr>
        </p:nvSpPr>
        <p:spPr>
          <a:xfrm>
            <a:off x="2241551" y="884736"/>
            <a:ext cx="8915400" cy="4634845"/>
          </a:xfrm>
        </p:spPr>
        <p:txBody>
          <a:bodyPr>
            <a:noAutofit/>
          </a:bodyPr>
          <a:lstStyle/>
          <a:p>
            <a:pPr marL="0" indent="0">
              <a:buNone/>
            </a:pPr>
            <a:r>
              <a:rPr lang="en-US" b="1" dirty="0">
                <a:latin typeface="Calisto MT" panose="02040603050505030304" pitchFamily="18" charset="0"/>
              </a:rPr>
              <a:t>There are existing systems enabling gesture  based control, however, they all have drawbacks. </a:t>
            </a:r>
          </a:p>
          <a:p>
            <a:pPr lvl="1"/>
            <a:r>
              <a:rPr lang="en-US" sz="1800" b="1" dirty="0">
                <a:latin typeface="Calisto MT" panose="02040603050505030304" pitchFamily="18" charset="0"/>
              </a:rPr>
              <a:t>Hand detection performance drops significantly in low lighting and cluttered backgrounds.</a:t>
            </a:r>
          </a:p>
          <a:p>
            <a:pPr lvl="1"/>
            <a:r>
              <a:rPr lang="en-US" sz="1800" b="1" dirty="0">
                <a:latin typeface="Calisto MT" panose="02040603050505030304" pitchFamily="18" charset="0"/>
              </a:rPr>
              <a:t>Cursor movements are often shaky and jittery, making them frustrating to use. </a:t>
            </a:r>
          </a:p>
          <a:p>
            <a:pPr lvl="1"/>
            <a:r>
              <a:rPr lang="en-US" sz="1800" b="1" dirty="0">
                <a:latin typeface="Calisto MT" panose="02040603050505030304" pitchFamily="18" charset="0"/>
              </a:rPr>
              <a:t>Systems do not automatically adjust for differences in camera quality, screen size and resolution, which causes poor calibrations. </a:t>
            </a:r>
          </a:p>
          <a:p>
            <a:pPr lvl="1"/>
            <a:r>
              <a:rPr lang="en-US" sz="1800" b="1" dirty="0">
                <a:latin typeface="Calisto MT" panose="02040603050505030304" pitchFamily="18" charset="0"/>
              </a:rPr>
              <a:t>Most of the solutions are limited to basic actions such as single click or movement, and not able to perform more complex actions such as drag-and-drop or smooth scrolling. </a:t>
            </a:r>
          </a:p>
          <a:p>
            <a:pPr lvl="1"/>
            <a:r>
              <a:rPr lang="en-US" sz="1800" b="1" dirty="0">
                <a:latin typeface="Calisto MT" panose="02040603050505030304" pitchFamily="18" charset="0"/>
              </a:rPr>
              <a:t>The true challenge is designing a gesture based virtual mouse so it is precise, stable in different environments, and is flexible enough to replace core mouse functionalities</a:t>
            </a:r>
            <a:endParaRPr lang="en-IN" sz="1800" b="1" dirty="0">
              <a:latin typeface="Calisto MT" panose="02040603050505030304" pitchFamily="18" charset="0"/>
            </a:endParaRPr>
          </a:p>
        </p:txBody>
      </p:sp>
      <p:pic>
        <p:nvPicPr>
          <p:cNvPr id="2" name="Picture 1">
            <a:extLst>
              <a:ext uri="{FF2B5EF4-FFF2-40B4-BE49-F238E27FC236}">
                <a16:creationId xmlns:a16="http://schemas.microsoft.com/office/drawing/2014/main" id="{8FA37585-BA2E-C0A5-D5F7-592CFFCAA090}"/>
              </a:ext>
            </a:extLst>
          </p:cNvPr>
          <p:cNvPicPr>
            <a:picLocks noChangeAspect="1"/>
          </p:cNvPicPr>
          <p:nvPr/>
        </p:nvPicPr>
        <p:blipFill>
          <a:blip r:embed="rId2"/>
          <a:stretch>
            <a:fillRect/>
          </a:stretch>
        </p:blipFill>
        <p:spPr>
          <a:xfrm>
            <a:off x="10305195" y="-36575"/>
            <a:ext cx="2133785" cy="1197864"/>
          </a:xfrm>
          <a:prstGeom prst="rect">
            <a:avLst/>
          </a:prstGeom>
        </p:spPr>
      </p:pic>
    </p:spTree>
    <p:extLst>
      <p:ext uri="{BB962C8B-B14F-4D97-AF65-F5344CB8AC3E}">
        <p14:creationId xmlns:p14="http://schemas.microsoft.com/office/powerpoint/2010/main" val="884200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40BC5-1DA4-75AA-EF79-62A69312906D}"/>
              </a:ext>
            </a:extLst>
          </p:cNvPr>
          <p:cNvSpPr>
            <a:spLocks noGrp="1"/>
          </p:cNvSpPr>
          <p:nvPr>
            <p:ph type="title"/>
          </p:nvPr>
        </p:nvSpPr>
        <p:spPr>
          <a:xfrm>
            <a:off x="4129118" y="624110"/>
            <a:ext cx="5457566" cy="667362"/>
          </a:xfrm>
        </p:spPr>
        <p:txBody>
          <a:bodyPr>
            <a:normAutofit/>
          </a:bodyPr>
          <a:lstStyle/>
          <a:p>
            <a:r>
              <a:rPr lang="en-US" b="1" dirty="0">
                <a:latin typeface="Calisto MT" panose="02040603050505030304" pitchFamily="18" charset="0"/>
              </a:rPr>
              <a:t>LITERATURE SURVEY</a:t>
            </a:r>
            <a:endParaRPr lang="en-IN" b="1" dirty="0">
              <a:latin typeface="Calisto MT" panose="02040603050505030304" pitchFamily="18" charset="0"/>
            </a:endParaRPr>
          </a:p>
        </p:txBody>
      </p:sp>
      <p:graphicFrame>
        <p:nvGraphicFramePr>
          <p:cNvPr id="4" name="Content Placeholder 3">
            <a:extLst>
              <a:ext uri="{FF2B5EF4-FFF2-40B4-BE49-F238E27FC236}">
                <a16:creationId xmlns:a16="http://schemas.microsoft.com/office/drawing/2014/main" id="{D56B639A-DFAB-B4AA-C26A-DB32276F3192}"/>
              </a:ext>
            </a:extLst>
          </p:cNvPr>
          <p:cNvGraphicFramePr>
            <a:graphicFrameLocks noGrp="1"/>
          </p:cNvGraphicFramePr>
          <p:nvPr>
            <p:ph idx="1"/>
            <p:extLst>
              <p:ext uri="{D42A27DB-BD31-4B8C-83A1-F6EECF244321}">
                <p14:modId xmlns:p14="http://schemas.microsoft.com/office/powerpoint/2010/main" val="10269534"/>
              </p:ext>
            </p:extLst>
          </p:nvPr>
        </p:nvGraphicFramePr>
        <p:xfrm>
          <a:off x="1848973" y="1291472"/>
          <a:ext cx="9681328" cy="4848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B3829A71-752C-4717-21D8-13B82BEFF1AD}"/>
              </a:ext>
            </a:extLst>
          </p:cNvPr>
          <p:cNvPicPr>
            <a:picLocks noChangeAspect="1"/>
          </p:cNvPicPr>
          <p:nvPr/>
        </p:nvPicPr>
        <p:blipFill>
          <a:blip r:embed="rId7"/>
          <a:stretch>
            <a:fillRect/>
          </a:stretch>
        </p:blipFill>
        <p:spPr>
          <a:xfrm>
            <a:off x="10314339" y="-25171"/>
            <a:ext cx="2133785" cy="1131595"/>
          </a:xfrm>
          <a:prstGeom prst="rect">
            <a:avLst/>
          </a:prstGeom>
        </p:spPr>
      </p:pic>
    </p:spTree>
    <p:extLst>
      <p:ext uri="{BB962C8B-B14F-4D97-AF65-F5344CB8AC3E}">
        <p14:creationId xmlns:p14="http://schemas.microsoft.com/office/powerpoint/2010/main" val="362924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A46C3-DEBD-E5E9-B923-EA88F1AA76E8}"/>
              </a:ext>
            </a:extLst>
          </p:cNvPr>
          <p:cNvSpPr>
            <a:spLocks noGrp="1"/>
          </p:cNvSpPr>
          <p:nvPr>
            <p:ph type="title"/>
          </p:nvPr>
        </p:nvSpPr>
        <p:spPr>
          <a:xfrm>
            <a:off x="4399724" y="408991"/>
            <a:ext cx="4769409" cy="733350"/>
          </a:xfrm>
        </p:spPr>
        <p:txBody>
          <a:bodyPr>
            <a:normAutofit fontScale="90000"/>
          </a:bodyPr>
          <a:lstStyle/>
          <a:p>
            <a:r>
              <a:rPr lang="en-US" b="1" dirty="0">
                <a:latin typeface="Calisto MT" panose="02040603050505030304" pitchFamily="18" charset="0"/>
              </a:rPr>
              <a:t>LITERATURE SURVEY</a:t>
            </a:r>
            <a:endParaRPr lang="en-IN" dirty="0">
              <a:latin typeface="Calisto MT" panose="02040603050505030304" pitchFamily="18" charset="0"/>
            </a:endParaRPr>
          </a:p>
        </p:txBody>
      </p:sp>
      <p:graphicFrame>
        <p:nvGraphicFramePr>
          <p:cNvPr id="4" name="Content Placeholder 3">
            <a:extLst>
              <a:ext uri="{FF2B5EF4-FFF2-40B4-BE49-F238E27FC236}">
                <a16:creationId xmlns:a16="http://schemas.microsoft.com/office/drawing/2014/main" id="{60BFB4B1-C372-8999-B5EA-756A78228A42}"/>
              </a:ext>
            </a:extLst>
          </p:cNvPr>
          <p:cNvGraphicFramePr>
            <a:graphicFrameLocks noGrp="1"/>
          </p:cNvGraphicFramePr>
          <p:nvPr>
            <p:ph idx="1"/>
            <p:extLst>
              <p:ext uri="{D42A27DB-BD31-4B8C-83A1-F6EECF244321}">
                <p14:modId xmlns:p14="http://schemas.microsoft.com/office/powerpoint/2010/main" val="1161424080"/>
              </p:ext>
            </p:extLst>
          </p:nvPr>
        </p:nvGraphicFramePr>
        <p:xfrm>
          <a:off x="2223452" y="1462035"/>
          <a:ext cx="8915400" cy="4201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B48713DE-25CD-C3F6-0254-EF45DDAA998D}"/>
              </a:ext>
            </a:extLst>
          </p:cNvPr>
          <p:cNvPicPr>
            <a:picLocks noChangeAspect="1"/>
          </p:cNvPicPr>
          <p:nvPr/>
        </p:nvPicPr>
        <p:blipFill>
          <a:blip r:embed="rId7"/>
          <a:stretch>
            <a:fillRect/>
          </a:stretch>
        </p:blipFill>
        <p:spPr>
          <a:xfrm>
            <a:off x="10332627" y="-103807"/>
            <a:ext cx="2133785" cy="1146224"/>
          </a:xfrm>
          <a:prstGeom prst="rect">
            <a:avLst/>
          </a:prstGeom>
        </p:spPr>
      </p:pic>
    </p:spTree>
    <p:extLst>
      <p:ext uri="{BB962C8B-B14F-4D97-AF65-F5344CB8AC3E}">
        <p14:creationId xmlns:p14="http://schemas.microsoft.com/office/powerpoint/2010/main" val="2617049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3953-E1C8-268E-BA91-18D2F5F76BC8}"/>
              </a:ext>
            </a:extLst>
          </p:cNvPr>
          <p:cNvSpPr>
            <a:spLocks noGrp="1"/>
          </p:cNvSpPr>
          <p:nvPr>
            <p:ph type="title"/>
          </p:nvPr>
        </p:nvSpPr>
        <p:spPr>
          <a:xfrm>
            <a:off x="5268404" y="124490"/>
            <a:ext cx="2865195" cy="620228"/>
          </a:xfrm>
        </p:spPr>
        <p:txBody>
          <a:bodyPr>
            <a:normAutofit fontScale="90000"/>
          </a:bodyPr>
          <a:lstStyle/>
          <a:p>
            <a:r>
              <a:rPr lang="en-US" b="1" dirty="0">
                <a:latin typeface="Calisto MT" panose="02040603050505030304" pitchFamily="18" charset="0"/>
              </a:rPr>
              <a:t>OBJECTIVE</a:t>
            </a:r>
            <a:endParaRPr lang="en-IN" b="1" dirty="0">
              <a:latin typeface="Calisto MT" panose="02040603050505030304" pitchFamily="18" charset="0"/>
            </a:endParaRPr>
          </a:p>
        </p:txBody>
      </p:sp>
      <p:graphicFrame>
        <p:nvGraphicFramePr>
          <p:cNvPr id="5" name="Content Placeholder 4">
            <a:extLst>
              <a:ext uri="{FF2B5EF4-FFF2-40B4-BE49-F238E27FC236}">
                <a16:creationId xmlns:a16="http://schemas.microsoft.com/office/drawing/2014/main" id="{DD0CFFD1-722E-1DA2-E75D-7917BFBFBB11}"/>
              </a:ext>
            </a:extLst>
          </p:cNvPr>
          <p:cNvGraphicFramePr>
            <a:graphicFrameLocks noGrp="1"/>
          </p:cNvGraphicFramePr>
          <p:nvPr>
            <p:ph idx="1"/>
            <p:extLst>
              <p:ext uri="{D42A27DB-BD31-4B8C-83A1-F6EECF244321}">
                <p14:modId xmlns:p14="http://schemas.microsoft.com/office/powerpoint/2010/main" val="2645882821"/>
              </p:ext>
            </p:extLst>
          </p:nvPr>
        </p:nvGraphicFramePr>
        <p:xfrm>
          <a:off x="1497542" y="757916"/>
          <a:ext cx="9440142" cy="6014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6C61C6F-2240-7737-119C-5B567A66CBB2}"/>
              </a:ext>
            </a:extLst>
          </p:cNvPr>
          <p:cNvPicPr>
            <a:picLocks noChangeAspect="1"/>
          </p:cNvPicPr>
          <p:nvPr/>
        </p:nvPicPr>
        <p:blipFill>
          <a:blip r:embed="rId7"/>
          <a:stretch>
            <a:fillRect/>
          </a:stretch>
        </p:blipFill>
        <p:spPr>
          <a:xfrm>
            <a:off x="10382855" y="-94759"/>
            <a:ext cx="2133785" cy="1077013"/>
          </a:xfrm>
          <a:prstGeom prst="rect">
            <a:avLst/>
          </a:prstGeom>
        </p:spPr>
      </p:pic>
    </p:spTree>
    <p:extLst>
      <p:ext uri="{BB962C8B-B14F-4D97-AF65-F5344CB8AC3E}">
        <p14:creationId xmlns:p14="http://schemas.microsoft.com/office/powerpoint/2010/main" val="2476585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CA80C-E7C1-493F-5A6C-1D086499E939}"/>
              </a:ext>
            </a:extLst>
          </p:cNvPr>
          <p:cNvSpPr>
            <a:spLocks noGrp="1"/>
          </p:cNvSpPr>
          <p:nvPr>
            <p:ph type="title"/>
          </p:nvPr>
        </p:nvSpPr>
        <p:spPr>
          <a:xfrm>
            <a:off x="4893500" y="251563"/>
            <a:ext cx="4015265" cy="676789"/>
          </a:xfrm>
        </p:spPr>
        <p:txBody>
          <a:bodyPr>
            <a:normAutofit fontScale="90000"/>
          </a:bodyPr>
          <a:lstStyle/>
          <a:p>
            <a:r>
              <a:rPr lang="en-US" b="1" dirty="0">
                <a:latin typeface="Calisto MT" panose="02040603050505030304" pitchFamily="18" charset="0"/>
              </a:rPr>
              <a:t>PROPOSED PLAN</a:t>
            </a:r>
            <a:endParaRPr lang="en-IN" b="1" dirty="0">
              <a:latin typeface="Calisto MT" panose="02040603050505030304" pitchFamily="18" charset="0"/>
            </a:endParaRPr>
          </a:p>
        </p:txBody>
      </p:sp>
      <p:graphicFrame>
        <p:nvGraphicFramePr>
          <p:cNvPr id="5" name="Content Placeholder 4">
            <a:extLst>
              <a:ext uri="{FF2B5EF4-FFF2-40B4-BE49-F238E27FC236}">
                <a16:creationId xmlns:a16="http://schemas.microsoft.com/office/drawing/2014/main" id="{9219C3F7-E409-EDCE-2085-EB10882AE298}"/>
              </a:ext>
            </a:extLst>
          </p:cNvPr>
          <p:cNvGraphicFramePr>
            <a:graphicFrameLocks noGrp="1"/>
          </p:cNvGraphicFramePr>
          <p:nvPr>
            <p:ph idx="1"/>
            <p:extLst>
              <p:ext uri="{D42A27DB-BD31-4B8C-83A1-F6EECF244321}">
                <p14:modId xmlns:p14="http://schemas.microsoft.com/office/powerpoint/2010/main" val="3260876118"/>
              </p:ext>
            </p:extLst>
          </p:nvPr>
        </p:nvGraphicFramePr>
        <p:xfrm>
          <a:off x="2589212" y="1338605"/>
          <a:ext cx="8915400" cy="5401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6A37E36F-1972-7B58-1B15-1FA13AA00661}"/>
              </a:ext>
            </a:extLst>
          </p:cNvPr>
          <p:cNvPicPr>
            <a:picLocks noChangeAspect="1"/>
          </p:cNvPicPr>
          <p:nvPr/>
        </p:nvPicPr>
        <p:blipFill>
          <a:blip r:embed="rId7"/>
          <a:stretch>
            <a:fillRect/>
          </a:stretch>
        </p:blipFill>
        <p:spPr>
          <a:xfrm>
            <a:off x="10332627" y="-59323"/>
            <a:ext cx="2133785" cy="1120028"/>
          </a:xfrm>
          <a:prstGeom prst="rect">
            <a:avLst/>
          </a:prstGeom>
        </p:spPr>
      </p:pic>
    </p:spTree>
    <p:extLst>
      <p:ext uri="{BB962C8B-B14F-4D97-AF65-F5344CB8AC3E}">
        <p14:creationId xmlns:p14="http://schemas.microsoft.com/office/powerpoint/2010/main" val="724301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4E2B8-1AE6-D940-1DD1-17B1F11A615B}"/>
              </a:ext>
            </a:extLst>
          </p:cNvPr>
          <p:cNvSpPr>
            <a:spLocks noGrp="1"/>
          </p:cNvSpPr>
          <p:nvPr>
            <p:ph type="title"/>
          </p:nvPr>
        </p:nvSpPr>
        <p:spPr>
          <a:xfrm>
            <a:off x="2768343" y="232747"/>
            <a:ext cx="5636675" cy="705069"/>
          </a:xfrm>
        </p:spPr>
        <p:txBody>
          <a:bodyPr>
            <a:normAutofit fontScale="90000"/>
          </a:bodyPr>
          <a:lstStyle/>
          <a:p>
            <a:r>
              <a:rPr lang="en-US" b="1" dirty="0">
                <a:latin typeface="Calisto MT" panose="02040603050505030304" pitchFamily="18" charset="0"/>
              </a:rPr>
              <a:t>SYSTEM ARCHITECTURE</a:t>
            </a:r>
            <a:endParaRPr lang="en-IN" b="1" dirty="0">
              <a:latin typeface="Calisto MT" panose="02040603050505030304" pitchFamily="18" charset="0"/>
            </a:endParaRPr>
          </a:p>
        </p:txBody>
      </p:sp>
      <p:sp>
        <p:nvSpPr>
          <p:cNvPr id="13" name="Content Placeholder 12">
            <a:extLst>
              <a:ext uri="{FF2B5EF4-FFF2-40B4-BE49-F238E27FC236}">
                <a16:creationId xmlns:a16="http://schemas.microsoft.com/office/drawing/2014/main" id="{449F059A-036E-A31B-57A2-D3A91A915797}"/>
              </a:ext>
            </a:extLst>
          </p:cNvPr>
          <p:cNvSpPr>
            <a:spLocks noGrp="1"/>
          </p:cNvSpPr>
          <p:nvPr>
            <p:ph idx="1"/>
          </p:nvPr>
        </p:nvSpPr>
        <p:spPr>
          <a:xfrm>
            <a:off x="2005584" y="1239439"/>
            <a:ext cx="10186416" cy="5527121"/>
          </a:xfrm>
        </p:spPr>
        <p:txBody>
          <a:bodyPr>
            <a:normAutofit/>
          </a:bodyPr>
          <a:lstStyle/>
          <a:p>
            <a:r>
              <a:rPr lang="en-US" b="1" dirty="0">
                <a:latin typeface="Calisto MT" panose="02040603050505030304" pitchFamily="18" charset="0"/>
              </a:rPr>
              <a:t>User Interface</a:t>
            </a:r>
          </a:p>
          <a:p>
            <a:pPr lvl="1"/>
            <a:r>
              <a:rPr lang="en-US" sz="1800" dirty="0">
                <a:latin typeface="Calisto MT" panose="02040603050505030304" pitchFamily="18" charset="0"/>
              </a:rPr>
              <a:t>Provides the main interaction point for users.</a:t>
            </a:r>
          </a:p>
          <a:p>
            <a:pPr lvl="1"/>
            <a:r>
              <a:rPr lang="en-US" sz="1800" dirty="0">
                <a:latin typeface="Calisto MT" panose="02040603050505030304" pitchFamily="18" charset="0"/>
              </a:rPr>
              <a:t>Displays system status and gesture feedback..</a:t>
            </a:r>
          </a:p>
          <a:p>
            <a:pPr lvl="1"/>
            <a:r>
              <a:rPr lang="en-US" sz="1800" dirty="0">
                <a:latin typeface="Calisto MT" panose="02040603050505030304" pitchFamily="18" charset="0"/>
              </a:rPr>
              <a:t>Allows configuration of gesture mappings and settings.</a:t>
            </a:r>
            <a:endParaRPr lang="en-US" sz="1800" b="1" dirty="0">
              <a:latin typeface="Calisto MT" panose="02040603050505030304" pitchFamily="18" charset="0"/>
            </a:endParaRPr>
          </a:p>
          <a:p>
            <a:r>
              <a:rPr lang="en-IN" b="1" dirty="0">
                <a:latin typeface="Calisto MT" panose="02040603050505030304" pitchFamily="18" charset="0"/>
              </a:rPr>
              <a:t>Gesture Recognition</a:t>
            </a:r>
            <a:endParaRPr lang="en-US" b="1" dirty="0">
              <a:latin typeface="Calisto MT" panose="02040603050505030304" pitchFamily="18" charset="0"/>
            </a:endParaRPr>
          </a:p>
          <a:p>
            <a:pPr lvl="1"/>
            <a:r>
              <a:rPr lang="en-US" sz="1800" dirty="0">
                <a:latin typeface="Calisto MT" panose="02040603050505030304" pitchFamily="18" charset="0"/>
              </a:rPr>
              <a:t>Processes webcam input to detect hand landmarks.</a:t>
            </a:r>
          </a:p>
          <a:p>
            <a:pPr lvl="1"/>
            <a:r>
              <a:rPr lang="en-US" sz="1800" dirty="0">
                <a:latin typeface="Calisto MT" panose="02040603050505030304" pitchFamily="18" charset="0"/>
              </a:rPr>
              <a:t>Classifies landmarks into predefined gesture patterns..</a:t>
            </a:r>
          </a:p>
          <a:p>
            <a:pPr lvl="1"/>
            <a:r>
              <a:rPr lang="en-US" sz="1800" dirty="0">
                <a:latin typeface="Calisto MT" panose="02040603050505030304" pitchFamily="18" charset="0"/>
              </a:rPr>
              <a:t>Ensures accurate and real-time gesture interpretation.</a:t>
            </a:r>
            <a:endParaRPr lang="en-IN" sz="1800" dirty="0">
              <a:latin typeface="Calisto MT" panose="02040603050505030304" pitchFamily="18" charset="0"/>
            </a:endParaRPr>
          </a:p>
          <a:p>
            <a:r>
              <a:rPr lang="en-IN" b="1" dirty="0">
                <a:latin typeface="Calisto MT" panose="02040603050505030304" pitchFamily="18" charset="0"/>
              </a:rPr>
              <a:t>System Controls </a:t>
            </a:r>
          </a:p>
          <a:p>
            <a:pPr lvl="1"/>
            <a:r>
              <a:rPr lang="en-US" dirty="0">
                <a:latin typeface="Calisto MT" panose="02040603050505030304" pitchFamily="18" charset="0"/>
              </a:rPr>
              <a:t>Routes recognized gestures to the appropriate control modules. </a:t>
            </a:r>
          </a:p>
          <a:p>
            <a:pPr lvl="1"/>
            <a:r>
              <a:rPr lang="en-US" dirty="0">
                <a:latin typeface="Calisto MT" panose="02040603050505030304" pitchFamily="18" charset="0"/>
              </a:rPr>
              <a:t>Manages interactions between display, audio, and mouse controls. </a:t>
            </a:r>
          </a:p>
          <a:p>
            <a:pPr lvl="1"/>
            <a:r>
              <a:rPr lang="en-US" sz="1800" dirty="0">
                <a:latin typeface="Calisto MT" panose="02040603050505030304" pitchFamily="18" charset="0"/>
              </a:rPr>
              <a:t>Ensures consistent execution of system-level commands.</a:t>
            </a:r>
          </a:p>
        </p:txBody>
      </p:sp>
      <p:pic>
        <p:nvPicPr>
          <p:cNvPr id="3" name="Picture 2">
            <a:extLst>
              <a:ext uri="{FF2B5EF4-FFF2-40B4-BE49-F238E27FC236}">
                <a16:creationId xmlns:a16="http://schemas.microsoft.com/office/drawing/2014/main" id="{32B76CAF-B369-495A-8D03-D81E76E6EC94}"/>
              </a:ext>
            </a:extLst>
          </p:cNvPr>
          <p:cNvPicPr>
            <a:picLocks noChangeAspect="1"/>
          </p:cNvPicPr>
          <p:nvPr/>
        </p:nvPicPr>
        <p:blipFill>
          <a:blip r:embed="rId2"/>
          <a:stretch>
            <a:fillRect/>
          </a:stretch>
        </p:blipFill>
        <p:spPr>
          <a:xfrm>
            <a:off x="10350915" y="-63999"/>
            <a:ext cx="2133785" cy="1179568"/>
          </a:xfrm>
          <a:prstGeom prst="rect">
            <a:avLst/>
          </a:prstGeom>
        </p:spPr>
      </p:pic>
    </p:spTree>
    <p:extLst>
      <p:ext uri="{BB962C8B-B14F-4D97-AF65-F5344CB8AC3E}">
        <p14:creationId xmlns:p14="http://schemas.microsoft.com/office/powerpoint/2010/main" val="2353370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2">
            <a:extLst>
              <a:ext uri="{FF2B5EF4-FFF2-40B4-BE49-F238E27FC236}">
                <a16:creationId xmlns:a16="http://schemas.microsoft.com/office/drawing/2014/main" id="{5B7CE109-76C8-0367-031A-326421D0C3DC}"/>
              </a:ext>
            </a:extLst>
          </p:cNvPr>
          <p:cNvSpPr>
            <a:spLocks noGrp="1"/>
          </p:cNvSpPr>
          <p:nvPr>
            <p:ph idx="1"/>
          </p:nvPr>
        </p:nvSpPr>
        <p:spPr>
          <a:xfrm>
            <a:off x="2014512" y="1362456"/>
            <a:ext cx="9863544" cy="5285231"/>
          </a:xfrm>
        </p:spPr>
        <p:txBody>
          <a:bodyPr>
            <a:normAutofit/>
          </a:bodyPr>
          <a:lstStyle/>
          <a:p>
            <a:r>
              <a:rPr lang="en-IN" dirty="0">
                <a:latin typeface="Calisto MT" panose="02040603050505030304" pitchFamily="18" charset="0"/>
              </a:rPr>
              <a:t>Display Control</a:t>
            </a:r>
            <a:endParaRPr lang="en-US" b="1" dirty="0">
              <a:latin typeface="Calisto MT" panose="02040603050505030304" pitchFamily="18" charset="0"/>
            </a:endParaRPr>
          </a:p>
          <a:p>
            <a:pPr lvl="1"/>
            <a:r>
              <a:rPr lang="en-US" sz="1800" dirty="0">
                <a:latin typeface="Calisto MT" panose="02040603050505030304" pitchFamily="18" charset="0"/>
              </a:rPr>
              <a:t>Adjusts screen brightness based on gesture input.</a:t>
            </a:r>
          </a:p>
          <a:p>
            <a:pPr lvl="1"/>
            <a:r>
              <a:rPr lang="en-US" sz="1800" dirty="0">
                <a:latin typeface="Calisto MT" panose="02040603050505030304" pitchFamily="18" charset="0"/>
              </a:rPr>
              <a:t>Provides instant visual response to brightness gestures.</a:t>
            </a:r>
          </a:p>
          <a:p>
            <a:pPr lvl="1"/>
            <a:r>
              <a:rPr lang="en-US" sz="1800" dirty="0">
                <a:latin typeface="Calisto MT" panose="02040603050505030304" pitchFamily="18" charset="0"/>
              </a:rPr>
              <a:t>Operates independently without affecting other modules.</a:t>
            </a:r>
            <a:endParaRPr lang="en-US" sz="1800" b="1" dirty="0">
              <a:latin typeface="Calisto MT" panose="02040603050505030304" pitchFamily="18" charset="0"/>
            </a:endParaRPr>
          </a:p>
          <a:p>
            <a:r>
              <a:rPr lang="en-IN" dirty="0">
                <a:latin typeface="Calisto MT" panose="02040603050505030304" pitchFamily="18" charset="0"/>
              </a:rPr>
              <a:t>Mouse Control</a:t>
            </a:r>
          </a:p>
          <a:p>
            <a:pPr lvl="1"/>
            <a:r>
              <a:rPr lang="en-US" sz="1800" dirty="0">
                <a:latin typeface="Calisto MT" panose="02040603050505030304" pitchFamily="18" charset="0"/>
              </a:rPr>
              <a:t>Handles cursor movement derived from hand tracking.</a:t>
            </a:r>
          </a:p>
          <a:p>
            <a:pPr lvl="1"/>
            <a:r>
              <a:rPr lang="en-US" sz="1800" dirty="0">
                <a:latin typeface="Calisto MT" panose="02040603050505030304" pitchFamily="18" charset="0"/>
              </a:rPr>
              <a:t>Executes click, drag, and scroll actions via gestures.</a:t>
            </a:r>
          </a:p>
          <a:p>
            <a:pPr lvl="1"/>
            <a:r>
              <a:rPr lang="en-US" sz="1800" dirty="0">
                <a:latin typeface="Calisto MT" panose="02040603050505030304" pitchFamily="18" charset="0"/>
              </a:rPr>
              <a:t>Ensures accurate and real-time gesture interpretation.</a:t>
            </a:r>
            <a:endParaRPr lang="en-IN" sz="1800" dirty="0">
              <a:latin typeface="Calisto MT" panose="02040603050505030304" pitchFamily="18" charset="0"/>
            </a:endParaRPr>
          </a:p>
          <a:p>
            <a:r>
              <a:rPr lang="en-IN" dirty="0">
                <a:latin typeface="Calisto MT" panose="02040603050505030304" pitchFamily="18" charset="0"/>
              </a:rPr>
              <a:t>Data Storage</a:t>
            </a:r>
          </a:p>
          <a:p>
            <a:pPr lvl="1"/>
            <a:r>
              <a:rPr lang="en-US" sz="1800" dirty="0">
                <a:latin typeface="Calisto MT" panose="02040603050505030304" pitchFamily="18" charset="0"/>
              </a:rPr>
              <a:t>Stores user preferences and gesture configurations.</a:t>
            </a:r>
          </a:p>
          <a:p>
            <a:pPr lvl="1"/>
            <a:r>
              <a:rPr lang="en-US" sz="1800" dirty="0">
                <a:latin typeface="Calisto MT" panose="02040603050505030304" pitchFamily="18" charset="0"/>
              </a:rPr>
              <a:t>Maintains logs for performance and usage analysis.</a:t>
            </a:r>
          </a:p>
          <a:p>
            <a:pPr lvl="1"/>
            <a:r>
              <a:rPr lang="en-US" sz="1800" dirty="0">
                <a:latin typeface="Calisto MT" panose="02040603050505030304" pitchFamily="18" charset="0"/>
              </a:rPr>
              <a:t>Supports retrieval of settings for personalized sessions.</a:t>
            </a:r>
          </a:p>
        </p:txBody>
      </p:sp>
      <p:sp>
        <p:nvSpPr>
          <p:cNvPr id="8" name="TextBox 7">
            <a:extLst>
              <a:ext uri="{FF2B5EF4-FFF2-40B4-BE49-F238E27FC236}">
                <a16:creationId xmlns:a16="http://schemas.microsoft.com/office/drawing/2014/main" id="{1DA905D6-E0DD-2DF1-796C-C96148B56A80}"/>
              </a:ext>
            </a:extLst>
          </p:cNvPr>
          <p:cNvSpPr txBox="1"/>
          <p:nvPr/>
        </p:nvSpPr>
        <p:spPr>
          <a:xfrm>
            <a:off x="3220974" y="391405"/>
            <a:ext cx="6094476" cy="523220"/>
          </a:xfrm>
          <a:prstGeom prst="rect">
            <a:avLst/>
          </a:prstGeom>
          <a:noFill/>
        </p:spPr>
        <p:txBody>
          <a:bodyPr wrap="square">
            <a:spAutoFit/>
          </a:bodyPr>
          <a:lstStyle/>
          <a:p>
            <a:r>
              <a:rPr lang="en-US" sz="2800" b="1" dirty="0">
                <a:latin typeface="Calisto MT" panose="02040603050505030304" pitchFamily="18" charset="0"/>
              </a:rPr>
              <a:t>SYSTEM ARCHITECTURE</a:t>
            </a:r>
            <a:endParaRPr lang="en-IN" sz="2800" dirty="0"/>
          </a:p>
        </p:txBody>
      </p:sp>
      <p:pic>
        <p:nvPicPr>
          <p:cNvPr id="9" name="Picture 8">
            <a:extLst>
              <a:ext uri="{FF2B5EF4-FFF2-40B4-BE49-F238E27FC236}">
                <a16:creationId xmlns:a16="http://schemas.microsoft.com/office/drawing/2014/main" id="{8DF84864-DB09-C1BB-2D40-3FBC1CF9ABF1}"/>
              </a:ext>
            </a:extLst>
          </p:cNvPr>
          <p:cNvPicPr>
            <a:picLocks noChangeAspect="1"/>
          </p:cNvPicPr>
          <p:nvPr/>
        </p:nvPicPr>
        <p:blipFill>
          <a:blip r:embed="rId2"/>
          <a:stretch>
            <a:fillRect/>
          </a:stretch>
        </p:blipFill>
        <p:spPr>
          <a:xfrm>
            <a:off x="10375299" y="-73209"/>
            <a:ext cx="2139881" cy="1298561"/>
          </a:xfrm>
          <a:prstGeom prst="rect">
            <a:avLst/>
          </a:prstGeom>
        </p:spPr>
      </p:pic>
    </p:spTree>
    <p:extLst>
      <p:ext uri="{BB962C8B-B14F-4D97-AF65-F5344CB8AC3E}">
        <p14:creationId xmlns:p14="http://schemas.microsoft.com/office/powerpoint/2010/main" val="57075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5BA614-4A2C-5D09-C5BB-E89337F8BC6D}"/>
              </a:ext>
            </a:extLst>
          </p:cNvPr>
          <p:cNvPicPr>
            <a:picLocks noChangeAspect="1"/>
          </p:cNvPicPr>
          <p:nvPr/>
        </p:nvPicPr>
        <p:blipFill>
          <a:blip r:embed="rId2"/>
          <a:stretch>
            <a:fillRect/>
          </a:stretch>
        </p:blipFill>
        <p:spPr>
          <a:xfrm>
            <a:off x="2516154" y="1435608"/>
            <a:ext cx="7834853" cy="4764024"/>
          </a:xfrm>
          <a:prstGeom prst="rect">
            <a:avLst/>
          </a:prstGeom>
        </p:spPr>
      </p:pic>
      <p:sp>
        <p:nvSpPr>
          <p:cNvPr id="4" name="TextBox 3">
            <a:extLst>
              <a:ext uri="{FF2B5EF4-FFF2-40B4-BE49-F238E27FC236}">
                <a16:creationId xmlns:a16="http://schemas.microsoft.com/office/drawing/2014/main" id="{27C6A302-7913-B5CF-C1C7-64374ABDB2FF}"/>
              </a:ext>
            </a:extLst>
          </p:cNvPr>
          <p:cNvSpPr txBox="1"/>
          <p:nvPr/>
        </p:nvSpPr>
        <p:spPr>
          <a:xfrm>
            <a:off x="3867912" y="393192"/>
            <a:ext cx="7717536" cy="523220"/>
          </a:xfrm>
          <a:prstGeom prst="rect">
            <a:avLst/>
          </a:prstGeom>
          <a:noFill/>
        </p:spPr>
        <p:txBody>
          <a:bodyPr wrap="square" rtlCol="0">
            <a:spAutoFit/>
          </a:bodyPr>
          <a:lstStyle/>
          <a:p>
            <a:r>
              <a:rPr lang="en-US" sz="2800" b="1" dirty="0">
                <a:latin typeface="Calisto MT" panose="02040603050505030304" pitchFamily="18" charset="0"/>
              </a:rPr>
              <a:t>SYSTEM ARCHITECTURE</a:t>
            </a:r>
            <a:endParaRPr lang="en-IN" sz="2800" dirty="0"/>
          </a:p>
        </p:txBody>
      </p:sp>
      <p:pic>
        <p:nvPicPr>
          <p:cNvPr id="6" name="Picture 5">
            <a:extLst>
              <a:ext uri="{FF2B5EF4-FFF2-40B4-BE49-F238E27FC236}">
                <a16:creationId xmlns:a16="http://schemas.microsoft.com/office/drawing/2014/main" id="{BF624BB4-21A8-E3A2-7FD9-061411AF80F1}"/>
              </a:ext>
            </a:extLst>
          </p:cNvPr>
          <p:cNvPicPr>
            <a:picLocks noChangeAspect="1"/>
          </p:cNvPicPr>
          <p:nvPr/>
        </p:nvPicPr>
        <p:blipFill>
          <a:blip r:embed="rId3"/>
          <a:stretch>
            <a:fillRect/>
          </a:stretch>
        </p:blipFill>
        <p:spPr>
          <a:xfrm>
            <a:off x="10351007" y="-91439"/>
            <a:ext cx="2139881" cy="1225296"/>
          </a:xfrm>
          <a:prstGeom prst="rect">
            <a:avLst/>
          </a:prstGeom>
        </p:spPr>
      </p:pic>
    </p:spTree>
    <p:extLst>
      <p:ext uri="{BB962C8B-B14F-4D97-AF65-F5344CB8AC3E}">
        <p14:creationId xmlns:p14="http://schemas.microsoft.com/office/powerpoint/2010/main" val="2132667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95CB-7E2B-B205-92BE-98B3E3CFC278}"/>
              </a:ext>
            </a:extLst>
          </p:cNvPr>
          <p:cNvSpPr>
            <a:spLocks noGrp="1"/>
          </p:cNvSpPr>
          <p:nvPr>
            <p:ph type="title"/>
          </p:nvPr>
        </p:nvSpPr>
        <p:spPr>
          <a:xfrm>
            <a:off x="3351877" y="413798"/>
            <a:ext cx="5891199" cy="837045"/>
          </a:xfrm>
        </p:spPr>
        <p:txBody>
          <a:bodyPr>
            <a:normAutofit/>
          </a:bodyPr>
          <a:lstStyle/>
          <a:p>
            <a:r>
              <a:rPr lang="en-US" b="1" dirty="0">
                <a:latin typeface="Calisto MT" panose="02040603050505030304" pitchFamily="18" charset="0"/>
              </a:rPr>
              <a:t>TECHNOLOGIES USED</a:t>
            </a:r>
            <a:endParaRPr lang="en-IN"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3A36BC9A-E033-C661-44AF-5E452959F05F}"/>
              </a:ext>
            </a:extLst>
          </p:cNvPr>
          <p:cNvSpPr>
            <a:spLocks noGrp="1"/>
          </p:cNvSpPr>
          <p:nvPr>
            <p:ph idx="1"/>
          </p:nvPr>
        </p:nvSpPr>
        <p:spPr>
          <a:xfrm>
            <a:off x="2589212" y="1668544"/>
            <a:ext cx="8915400" cy="4242678"/>
          </a:xfrm>
        </p:spPr>
        <p:txBody>
          <a:bodyPr>
            <a:noAutofit/>
          </a:bodyPr>
          <a:lstStyle/>
          <a:p>
            <a:r>
              <a:rPr lang="en-IN" sz="1600" b="1" dirty="0">
                <a:latin typeface="Calisto MT" panose="02040603050505030304" pitchFamily="18" charset="0"/>
              </a:rPr>
              <a:t>Programming Language</a:t>
            </a:r>
            <a:endParaRPr lang="en-IN" sz="1600" dirty="0">
              <a:latin typeface="Calisto MT" panose="02040603050505030304" pitchFamily="18" charset="0"/>
            </a:endParaRPr>
          </a:p>
          <a:p>
            <a:pPr lvl="1"/>
            <a:r>
              <a:rPr lang="en-IN" dirty="0">
                <a:latin typeface="Calisto MT" panose="02040603050505030304" pitchFamily="18" charset="0"/>
              </a:rPr>
              <a:t>Python</a:t>
            </a:r>
          </a:p>
          <a:p>
            <a:r>
              <a:rPr lang="en-IN" sz="1600" b="1" dirty="0">
                <a:latin typeface="Calisto MT" panose="02040603050505030304" pitchFamily="18" charset="0"/>
              </a:rPr>
              <a:t>Computer Vision Frameworks</a:t>
            </a:r>
            <a:endParaRPr lang="en-IN" sz="1600" dirty="0">
              <a:latin typeface="Calisto MT" panose="02040603050505030304" pitchFamily="18" charset="0"/>
            </a:endParaRPr>
          </a:p>
          <a:p>
            <a:pPr lvl="1"/>
            <a:r>
              <a:rPr lang="en-IN" dirty="0">
                <a:latin typeface="Calisto MT" panose="02040603050505030304" pitchFamily="18" charset="0"/>
              </a:rPr>
              <a:t>OpenCV</a:t>
            </a:r>
          </a:p>
          <a:p>
            <a:pPr lvl="1"/>
            <a:r>
              <a:rPr lang="en-IN" dirty="0" err="1">
                <a:latin typeface="Calisto MT" panose="02040603050505030304" pitchFamily="18" charset="0"/>
              </a:rPr>
              <a:t>MediaPipe</a:t>
            </a:r>
            <a:endParaRPr lang="en-IN" dirty="0">
              <a:latin typeface="Calisto MT" panose="02040603050505030304" pitchFamily="18" charset="0"/>
            </a:endParaRPr>
          </a:p>
          <a:p>
            <a:r>
              <a:rPr lang="en-US" sz="1600" dirty="0" err="1">
                <a:latin typeface="Calisto MT" panose="02040603050505030304" pitchFamily="18" charset="0"/>
              </a:rPr>
              <a:t>pycaw</a:t>
            </a:r>
            <a:r>
              <a:rPr lang="en-US" sz="1600" dirty="0">
                <a:latin typeface="Calisto MT" panose="02040603050505030304" pitchFamily="18" charset="0"/>
              </a:rPr>
              <a:t> for audio volume control</a:t>
            </a:r>
          </a:p>
          <a:p>
            <a:r>
              <a:rPr lang="en-US" sz="1600" dirty="0">
                <a:latin typeface="Calisto MT" panose="02040603050505030304" pitchFamily="18" charset="0"/>
              </a:rPr>
              <a:t>screen-brightness-control for adjusting display brightness</a:t>
            </a:r>
          </a:p>
          <a:p>
            <a:pPr lvl="1"/>
            <a:endParaRPr lang="en-IN" dirty="0">
              <a:latin typeface="Calisto MT" panose="02040603050505030304" pitchFamily="18" charset="0"/>
            </a:endParaRPr>
          </a:p>
          <a:p>
            <a:r>
              <a:rPr lang="en-IN" sz="1600" b="1" dirty="0">
                <a:latin typeface="Calisto MT" panose="02040603050505030304" pitchFamily="18" charset="0"/>
              </a:rPr>
              <a:t>Automation Tool</a:t>
            </a:r>
            <a:endParaRPr lang="en-IN" sz="1600" dirty="0">
              <a:latin typeface="Calisto MT" panose="02040603050505030304" pitchFamily="18" charset="0"/>
            </a:endParaRPr>
          </a:p>
          <a:p>
            <a:pPr lvl="1"/>
            <a:r>
              <a:rPr lang="en-IN" dirty="0" err="1">
                <a:latin typeface="Calisto MT" panose="02040603050505030304" pitchFamily="18" charset="0"/>
              </a:rPr>
              <a:t>PyAutoGUI</a:t>
            </a:r>
            <a:endParaRPr lang="en-IN" dirty="0">
              <a:latin typeface="Calisto MT" panose="02040603050505030304" pitchFamily="18" charset="0"/>
            </a:endParaRPr>
          </a:p>
          <a:p>
            <a:r>
              <a:rPr lang="en-IN" sz="1600" b="1" dirty="0">
                <a:latin typeface="Calisto MT" panose="02040603050505030304" pitchFamily="18" charset="0"/>
              </a:rPr>
              <a:t>Hardware Requirement</a:t>
            </a:r>
            <a:endParaRPr lang="en-IN" sz="1600" dirty="0">
              <a:latin typeface="Calisto MT" panose="02040603050505030304" pitchFamily="18" charset="0"/>
            </a:endParaRPr>
          </a:p>
          <a:p>
            <a:pPr lvl="1"/>
            <a:r>
              <a:rPr lang="en-IN" dirty="0">
                <a:latin typeface="Calisto MT" panose="02040603050505030304" pitchFamily="18" charset="0"/>
              </a:rPr>
              <a:t>Standard Webcam</a:t>
            </a:r>
          </a:p>
          <a:p>
            <a:pPr lvl="1"/>
            <a:r>
              <a:rPr lang="en-IN" dirty="0">
                <a:latin typeface="Calisto MT" panose="02040603050505030304" pitchFamily="18" charset="0"/>
              </a:rPr>
              <a:t>Laptop/Desktop with basic specifications</a:t>
            </a:r>
          </a:p>
        </p:txBody>
      </p:sp>
      <p:pic>
        <p:nvPicPr>
          <p:cNvPr id="4" name="Picture 3">
            <a:extLst>
              <a:ext uri="{FF2B5EF4-FFF2-40B4-BE49-F238E27FC236}">
                <a16:creationId xmlns:a16="http://schemas.microsoft.com/office/drawing/2014/main" id="{C3E363AD-E352-0AAF-EC04-F4CD9A9D72CC}"/>
              </a:ext>
            </a:extLst>
          </p:cNvPr>
          <p:cNvPicPr>
            <a:picLocks noChangeAspect="1"/>
          </p:cNvPicPr>
          <p:nvPr/>
        </p:nvPicPr>
        <p:blipFill>
          <a:blip r:embed="rId2"/>
          <a:stretch>
            <a:fillRect/>
          </a:stretch>
        </p:blipFill>
        <p:spPr>
          <a:xfrm>
            <a:off x="10286907" y="-47717"/>
            <a:ext cx="2133785" cy="1135854"/>
          </a:xfrm>
          <a:prstGeom prst="rect">
            <a:avLst/>
          </a:prstGeom>
        </p:spPr>
      </p:pic>
    </p:spTree>
    <p:extLst>
      <p:ext uri="{BB962C8B-B14F-4D97-AF65-F5344CB8AC3E}">
        <p14:creationId xmlns:p14="http://schemas.microsoft.com/office/powerpoint/2010/main" val="3754190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6312-6D87-FAAF-6C0C-C57E1374F7F9}"/>
              </a:ext>
            </a:extLst>
          </p:cNvPr>
          <p:cNvSpPr>
            <a:spLocks noGrp="1"/>
          </p:cNvSpPr>
          <p:nvPr>
            <p:ph type="title"/>
          </p:nvPr>
        </p:nvSpPr>
        <p:spPr>
          <a:xfrm>
            <a:off x="4430870" y="205090"/>
            <a:ext cx="5155908" cy="846471"/>
          </a:xfrm>
        </p:spPr>
        <p:txBody>
          <a:bodyPr>
            <a:normAutofit/>
          </a:bodyPr>
          <a:lstStyle/>
          <a:p>
            <a:r>
              <a:rPr lang="en-US" b="1" dirty="0">
                <a:latin typeface="Calisto MT" panose="02040603050505030304" pitchFamily="18" charset="0"/>
              </a:rPr>
              <a:t>RESULTS</a:t>
            </a:r>
            <a:endParaRPr lang="en-IN"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B5BA1BAD-DF8D-6856-A2C0-BD08A9B7E523}"/>
              </a:ext>
            </a:extLst>
          </p:cNvPr>
          <p:cNvSpPr>
            <a:spLocks noGrp="1"/>
          </p:cNvSpPr>
          <p:nvPr>
            <p:ph idx="1"/>
          </p:nvPr>
        </p:nvSpPr>
        <p:spPr>
          <a:xfrm>
            <a:off x="1742694" y="1051561"/>
            <a:ext cx="9184386" cy="5601349"/>
          </a:xfrm>
        </p:spPr>
        <p:txBody>
          <a:bodyPr>
            <a:normAutofit/>
          </a:bodyPr>
          <a:lstStyle/>
          <a:p>
            <a:pPr>
              <a:buFont typeface="Wingdings" panose="05000000000000000000" pitchFamily="2" charset="2"/>
              <a:buChar char="q"/>
            </a:pPr>
            <a:r>
              <a:rPr lang="en-US" dirty="0">
                <a:latin typeface="Calisto MT" panose="02040603050505030304" pitchFamily="18" charset="0"/>
              </a:rPr>
              <a:t>The system achieved 95% accuracy in gesture recognition with stable 30fps performance.</a:t>
            </a:r>
          </a:p>
          <a:p>
            <a:pPr>
              <a:buFont typeface="Wingdings" panose="05000000000000000000" pitchFamily="2" charset="2"/>
              <a:buChar char="q"/>
            </a:pPr>
            <a:r>
              <a:rPr lang="en-US" dirty="0">
                <a:latin typeface="Calisto MT" panose="02040603050505030304" pitchFamily="18" charset="0"/>
              </a:rPr>
              <a:t>The average response time for cursor movement gestures was around 0.3 seconds.</a:t>
            </a:r>
          </a:p>
          <a:p>
            <a:pPr>
              <a:buFont typeface="Wingdings" panose="05000000000000000000" pitchFamily="2" charset="2"/>
              <a:buChar char="q"/>
            </a:pPr>
            <a:r>
              <a:rPr lang="en-US" dirty="0">
                <a:latin typeface="Calisto MT" panose="02040603050505030304" pitchFamily="18" charset="0"/>
              </a:rPr>
              <a:t>Scroll, brightness, and volume gestures responded smoothly with less than 2% false positives.</a:t>
            </a:r>
          </a:p>
          <a:p>
            <a:pPr>
              <a:buFont typeface="Wingdings" panose="05000000000000000000" pitchFamily="2" charset="2"/>
              <a:buChar char="q"/>
            </a:pPr>
            <a:r>
              <a:rPr lang="en-US" dirty="0">
                <a:latin typeface="Calisto MT" panose="02040603050505030304" pitchFamily="18" charset="0"/>
              </a:rPr>
              <a:t>Click precision improved by 40% compared to traditional mouse devices.</a:t>
            </a:r>
          </a:p>
          <a:p>
            <a:pPr>
              <a:buFont typeface="Wingdings" panose="05000000000000000000" pitchFamily="2" charset="2"/>
              <a:buChar char="q"/>
            </a:pPr>
            <a:r>
              <a:rPr lang="en-US" dirty="0">
                <a:latin typeface="Calisto MT" panose="02040603050505030304" pitchFamily="18" charset="0"/>
              </a:rPr>
              <a:t>The authentication system ensured secure access to personalized user settings.</a:t>
            </a:r>
          </a:p>
          <a:p>
            <a:pPr>
              <a:buFont typeface="Wingdings" panose="05000000000000000000" pitchFamily="2" charset="2"/>
              <a:buChar char="q"/>
            </a:pPr>
            <a:r>
              <a:rPr lang="en-US" dirty="0">
                <a:latin typeface="Calisto MT" panose="02040603050505030304" pitchFamily="18" charset="0"/>
              </a:rPr>
              <a:t>Real-time gesture visualization and a quick 30-second calibration made the system easy to learn.</a:t>
            </a:r>
          </a:p>
          <a:p>
            <a:pPr>
              <a:buFont typeface="Wingdings" panose="05000000000000000000" pitchFamily="2" charset="2"/>
              <a:buChar char="q"/>
            </a:pPr>
            <a:r>
              <a:rPr lang="en-US" dirty="0">
                <a:latin typeface="Calisto MT" panose="02040603050505030304" pitchFamily="18" charset="0"/>
              </a:rPr>
              <a:t>Users reported high satisfaction due to intuitive controls, reduced strain, and reliable operation in different lighting conditions.</a:t>
            </a:r>
          </a:p>
          <a:p>
            <a:pPr>
              <a:buFont typeface="Wingdings" panose="05000000000000000000" pitchFamily="2" charset="2"/>
              <a:buChar char="q"/>
            </a:pPr>
            <a:r>
              <a:rPr lang="en-US" dirty="0">
                <a:latin typeface="Calisto MT" panose="02040603050505030304" pitchFamily="18" charset="0"/>
              </a:rPr>
              <a:t>Multi-hand support improved productivity during complex tasks.</a:t>
            </a:r>
          </a:p>
          <a:p>
            <a:pPr>
              <a:buFont typeface="Wingdings" panose="05000000000000000000" pitchFamily="2" charset="2"/>
              <a:buChar char="q"/>
            </a:pPr>
            <a:r>
              <a:rPr lang="en-US" dirty="0">
                <a:latin typeface="Calisto MT" panose="02040603050505030304" pitchFamily="18" charset="0"/>
              </a:rPr>
              <a:t>System resource usage remained minimal even during long continuous sessions</a:t>
            </a:r>
          </a:p>
          <a:p>
            <a:pPr>
              <a:buFont typeface="Wingdings" panose="05000000000000000000" pitchFamily="2" charset="2"/>
              <a:buChar char="q"/>
            </a:pPr>
            <a:r>
              <a:rPr lang="en-US" dirty="0">
                <a:latin typeface="Calisto MT" panose="02040603050505030304" pitchFamily="18" charset="0"/>
              </a:rPr>
              <a:t>Gesture recognition worked consistently well across varying background environments</a:t>
            </a:r>
          </a:p>
          <a:p>
            <a:pPr marL="0" indent="0">
              <a:buNone/>
            </a:pPr>
            <a:endParaRPr lang="en-US" dirty="0">
              <a:latin typeface="Calisto MT" panose="02040603050505030304" pitchFamily="18" charset="0"/>
            </a:endParaRPr>
          </a:p>
          <a:p>
            <a:endParaRPr lang="en-US" dirty="0">
              <a:latin typeface="Calisto MT" panose="02040603050505030304" pitchFamily="18" charset="0"/>
            </a:endParaRPr>
          </a:p>
        </p:txBody>
      </p:sp>
      <p:pic>
        <p:nvPicPr>
          <p:cNvPr id="4" name="Picture 3">
            <a:extLst>
              <a:ext uri="{FF2B5EF4-FFF2-40B4-BE49-F238E27FC236}">
                <a16:creationId xmlns:a16="http://schemas.microsoft.com/office/drawing/2014/main" id="{21A07369-48FE-ABE2-A68D-8E9CC3B8A845}"/>
              </a:ext>
            </a:extLst>
          </p:cNvPr>
          <p:cNvPicPr>
            <a:picLocks noChangeAspect="1"/>
          </p:cNvPicPr>
          <p:nvPr/>
        </p:nvPicPr>
        <p:blipFill>
          <a:blip r:embed="rId2"/>
          <a:stretch>
            <a:fillRect/>
          </a:stretch>
        </p:blipFill>
        <p:spPr>
          <a:xfrm>
            <a:off x="10286907" y="-45720"/>
            <a:ext cx="2133785" cy="1097281"/>
          </a:xfrm>
          <a:prstGeom prst="rect">
            <a:avLst/>
          </a:prstGeom>
        </p:spPr>
      </p:pic>
    </p:spTree>
    <p:extLst>
      <p:ext uri="{BB962C8B-B14F-4D97-AF65-F5344CB8AC3E}">
        <p14:creationId xmlns:p14="http://schemas.microsoft.com/office/powerpoint/2010/main" val="1375935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55EC64-86FD-969C-272A-C82545B5033C}"/>
              </a:ext>
            </a:extLst>
          </p:cNvPr>
          <p:cNvSpPr txBox="1"/>
          <p:nvPr/>
        </p:nvSpPr>
        <p:spPr>
          <a:xfrm>
            <a:off x="1499616" y="4288536"/>
            <a:ext cx="8439912" cy="1746504"/>
          </a:xfrm>
          <a:prstGeom prst="rect">
            <a:avLst/>
          </a:prstGeom>
          <a:noFill/>
        </p:spPr>
        <p:txBody>
          <a:bodyPr wrap="square" rtlCol="0">
            <a:spAutoFit/>
          </a:bodyPr>
          <a:lstStyle/>
          <a:p>
            <a:endParaRPr lang="en-IN" dirty="0"/>
          </a:p>
        </p:txBody>
      </p:sp>
      <p:pic>
        <p:nvPicPr>
          <p:cNvPr id="9" name="Picture 8">
            <a:extLst>
              <a:ext uri="{FF2B5EF4-FFF2-40B4-BE49-F238E27FC236}">
                <a16:creationId xmlns:a16="http://schemas.microsoft.com/office/drawing/2014/main" id="{8B291FEA-215B-3584-77C9-B91FB56CCE96}"/>
              </a:ext>
            </a:extLst>
          </p:cNvPr>
          <p:cNvPicPr>
            <a:picLocks noChangeAspect="1"/>
          </p:cNvPicPr>
          <p:nvPr/>
        </p:nvPicPr>
        <p:blipFill>
          <a:blip r:embed="rId2"/>
          <a:stretch>
            <a:fillRect/>
          </a:stretch>
        </p:blipFill>
        <p:spPr>
          <a:xfrm>
            <a:off x="6254494" y="3658175"/>
            <a:ext cx="4075814" cy="3007227"/>
          </a:xfrm>
          <a:prstGeom prst="rect">
            <a:avLst/>
          </a:prstGeom>
        </p:spPr>
      </p:pic>
      <p:pic>
        <p:nvPicPr>
          <p:cNvPr id="15" name="Picture 14">
            <a:extLst>
              <a:ext uri="{FF2B5EF4-FFF2-40B4-BE49-F238E27FC236}">
                <a16:creationId xmlns:a16="http://schemas.microsoft.com/office/drawing/2014/main" id="{75A3E211-E80F-C3D4-6DF8-683BE65CEDAB}"/>
              </a:ext>
            </a:extLst>
          </p:cNvPr>
          <p:cNvPicPr>
            <a:picLocks noChangeAspect="1"/>
          </p:cNvPicPr>
          <p:nvPr/>
        </p:nvPicPr>
        <p:blipFill>
          <a:blip r:embed="rId3"/>
          <a:stretch>
            <a:fillRect/>
          </a:stretch>
        </p:blipFill>
        <p:spPr>
          <a:xfrm>
            <a:off x="6254494" y="345198"/>
            <a:ext cx="3968497" cy="2998083"/>
          </a:xfrm>
          <a:prstGeom prst="rect">
            <a:avLst/>
          </a:prstGeom>
        </p:spPr>
      </p:pic>
      <p:pic>
        <p:nvPicPr>
          <p:cNvPr id="17" name="Picture 16">
            <a:extLst>
              <a:ext uri="{FF2B5EF4-FFF2-40B4-BE49-F238E27FC236}">
                <a16:creationId xmlns:a16="http://schemas.microsoft.com/office/drawing/2014/main" id="{14BC007C-A247-347F-435B-3415BAF0DF98}"/>
              </a:ext>
            </a:extLst>
          </p:cNvPr>
          <p:cNvPicPr>
            <a:picLocks noChangeAspect="1"/>
          </p:cNvPicPr>
          <p:nvPr/>
        </p:nvPicPr>
        <p:blipFill>
          <a:blip r:embed="rId4"/>
          <a:stretch>
            <a:fillRect/>
          </a:stretch>
        </p:blipFill>
        <p:spPr>
          <a:xfrm>
            <a:off x="1643757" y="3658175"/>
            <a:ext cx="4075815" cy="3007226"/>
          </a:xfrm>
          <a:prstGeom prst="rect">
            <a:avLst/>
          </a:prstGeom>
        </p:spPr>
      </p:pic>
      <p:pic>
        <p:nvPicPr>
          <p:cNvPr id="18" name="Picture 17">
            <a:extLst>
              <a:ext uri="{FF2B5EF4-FFF2-40B4-BE49-F238E27FC236}">
                <a16:creationId xmlns:a16="http://schemas.microsoft.com/office/drawing/2014/main" id="{219301ED-5A61-CBC0-CC95-CE89B594E9FA}"/>
              </a:ext>
            </a:extLst>
          </p:cNvPr>
          <p:cNvPicPr>
            <a:picLocks noChangeAspect="1"/>
          </p:cNvPicPr>
          <p:nvPr/>
        </p:nvPicPr>
        <p:blipFill>
          <a:blip r:embed="rId5"/>
          <a:stretch>
            <a:fillRect/>
          </a:stretch>
        </p:blipFill>
        <p:spPr>
          <a:xfrm>
            <a:off x="1686017" y="345198"/>
            <a:ext cx="3968497" cy="2934073"/>
          </a:xfrm>
          <a:prstGeom prst="rect">
            <a:avLst/>
          </a:prstGeom>
        </p:spPr>
      </p:pic>
      <p:pic>
        <p:nvPicPr>
          <p:cNvPr id="2" name="Picture 1">
            <a:extLst>
              <a:ext uri="{FF2B5EF4-FFF2-40B4-BE49-F238E27FC236}">
                <a16:creationId xmlns:a16="http://schemas.microsoft.com/office/drawing/2014/main" id="{BA82364D-4AED-6382-1BF6-BF26E1F1D116}"/>
              </a:ext>
            </a:extLst>
          </p:cNvPr>
          <p:cNvPicPr>
            <a:picLocks noChangeAspect="1"/>
          </p:cNvPicPr>
          <p:nvPr/>
        </p:nvPicPr>
        <p:blipFill>
          <a:blip r:embed="rId6"/>
          <a:stretch>
            <a:fillRect/>
          </a:stretch>
        </p:blipFill>
        <p:spPr>
          <a:xfrm>
            <a:off x="10330308" y="0"/>
            <a:ext cx="2133785" cy="1030513"/>
          </a:xfrm>
          <a:prstGeom prst="rect">
            <a:avLst/>
          </a:prstGeom>
        </p:spPr>
      </p:pic>
    </p:spTree>
    <p:extLst>
      <p:ext uri="{BB962C8B-B14F-4D97-AF65-F5344CB8AC3E}">
        <p14:creationId xmlns:p14="http://schemas.microsoft.com/office/powerpoint/2010/main" val="3784257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FA46-AF69-075B-6B83-F2505B700A8A}"/>
              </a:ext>
            </a:extLst>
          </p:cNvPr>
          <p:cNvSpPr>
            <a:spLocks noGrp="1"/>
          </p:cNvSpPr>
          <p:nvPr>
            <p:ph type="title"/>
          </p:nvPr>
        </p:nvSpPr>
        <p:spPr>
          <a:xfrm>
            <a:off x="2592926" y="624110"/>
            <a:ext cx="8014114" cy="855898"/>
          </a:xfrm>
        </p:spPr>
        <p:txBody>
          <a:bodyPr>
            <a:normAutofit/>
          </a:bodyPr>
          <a:lstStyle/>
          <a:p>
            <a:r>
              <a:rPr lang="en-IN" sz="3200" b="1" dirty="0">
                <a:latin typeface="Calisto MT" panose="02040603050505030304" pitchFamily="18" charset="0"/>
              </a:rPr>
              <a:t>CONCLUSION &amp; FUTURE SCOPE</a:t>
            </a:r>
          </a:p>
        </p:txBody>
      </p:sp>
      <p:pic>
        <p:nvPicPr>
          <p:cNvPr id="3" name="Picture 2">
            <a:extLst>
              <a:ext uri="{FF2B5EF4-FFF2-40B4-BE49-F238E27FC236}">
                <a16:creationId xmlns:a16="http://schemas.microsoft.com/office/drawing/2014/main" id="{864004D4-A8BF-FE78-CD3B-F2ADD28CC1A2}"/>
              </a:ext>
            </a:extLst>
          </p:cNvPr>
          <p:cNvPicPr>
            <a:picLocks noChangeAspect="1"/>
          </p:cNvPicPr>
          <p:nvPr/>
        </p:nvPicPr>
        <p:blipFill>
          <a:blip r:embed="rId2"/>
          <a:stretch>
            <a:fillRect/>
          </a:stretch>
        </p:blipFill>
        <p:spPr>
          <a:xfrm>
            <a:off x="10350915" y="-110381"/>
            <a:ext cx="2133785" cy="1195603"/>
          </a:xfrm>
          <a:prstGeom prst="rect">
            <a:avLst/>
          </a:prstGeom>
        </p:spPr>
      </p:pic>
      <p:sp>
        <p:nvSpPr>
          <p:cNvPr id="4" name="Scroll: Horizontal 3">
            <a:extLst>
              <a:ext uri="{FF2B5EF4-FFF2-40B4-BE49-F238E27FC236}">
                <a16:creationId xmlns:a16="http://schemas.microsoft.com/office/drawing/2014/main" id="{028ADF00-E173-D1A2-7759-B1E4B347F46C}"/>
              </a:ext>
            </a:extLst>
          </p:cNvPr>
          <p:cNvSpPr/>
          <p:nvPr/>
        </p:nvSpPr>
        <p:spPr>
          <a:xfrm>
            <a:off x="887364" y="1868519"/>
            <a:ext cx="2522156" cy="1865319"/>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sto MT" panose="02040603050505030304" pitchFamily="18" charset="0"/>
              </a:rPr>
              <a:t>CONCLUSION</a:t>
            </a:r>
            <a:endParaRPr lang="en-IN" dirty="0">
              <a:latin typeface="Calisto MT" panose="02040603050505030304" pitchFamily="18" charset="0"/>
            </a:endParaRPr>
          </a:p>
        </p:txBody>
      </p:sp>
      <p:sp>
        <p:nvSpPr>
          <p:cNvPr id="8" name="Rectangle: Rounded Corners 7">
            <a:extLst>
              <a:ext uri="{FF2B5EF4-FFF2-40B4-BE49-F238E27FC236}">
                <a16:creationId xmlns:a16="http://schemas.microsoft.com/office/drawing/2014/main" id="{FDD28DA8-51B0-B6EE-BDED-CEADE82EFF0D}"/>
              </a:ext>
            </a:extLst>
          </p:cNvPr>
          <p:cNvSpPr/>
          <p:nvPr/>
        </p:nvSpPr>
        <p:spPr>
          <a:xfrm>
            <a:off x="3409520" y="1740503"/>
            <a:ext cx="8194215" cy="212135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ü"/>
            </a:pPr>
            <a:r>
              <a:rPr lang="en-US" dirty="0">
                <a:latin typeface="Calisto MT" panose="02040603050505030304" pitchFamily="18" charset="0"/>
              </a:rPr>
              <a:t>The virtual mouse project proves that hand gestures can effectively control a computer, offering a simple, fast, and contactless alternative to a traditional mouse.</a:t>
            </a:r>
          </a:p>
          <a:p>
            <a:pPr marL="285750" indent="-285750" algn="ctr">
              <a:lnSpc>
                <a:spcPct val="150000"/>
              </a:lnSpc>
              <a:buFont typeface="Wingdings" panose="05000000000000000000" pitchFamily="2" charset="2"/>
              <a:buChar char="ü"/>
            </a:pPr>
            <a:r>
              <a:rPr lang="en-US" dirty="0">
                <a:latin typeface="Calisto MT" panose="02040603050505030304" pitchFamily="18" charset="0"/>
              </a:rPr>
              <a:t>Developed a gesture-controlled mouse system using computer vision.</a:t>
            </a:r>
          </a:p>
          <a:p>
            <a:pPr marL="285750" indent="-285750" algn="ctr">
              <a:lnSpc>
                <a:spcPct val="150000"/>
              </a:lnSpc>
              <a:buFont typeface="Wingdings" panose="05000000000000000000" pitchFamily="2" charset="2"/>
              <a:buChar char="ü"/>
            </a:pPr>
            <a:r>
              <a:rPr lang="en-US" dirty="0">
                <a:latin typeface="Calisto MT" panose="02040603050505030304" pitchFamily="18" charset="0"/>
              </a:rPr>
              <a:t>Achieved stable gesture recognition for practical mouse actions.</a:t>
            </a:r>
          </a:p>
          <a:p>
            <a:pPr marL="285750" indent="-285750" algn="ctr">
              <a:lnSpc>
                <a:spcPct val="150000"/>
              </a:lnSpc>
              <a:buFont typeface="Wingdings" panose="05000000000000000000" pitchFamily="2" charset="2"/>
              <a:buChar char="ü"/>
            </a:pPr>
            <a:r>
              <a:rPr lang="en-US" dirty="0">
                <a:latin typeface="Calisto MT" panose="02040603050505030304" pitchFamily="18" charset="0"/>
              </a:rPr>
              <a:t>Prototype demonstrates accuracy, real-time usability, and adaptability. </a:t>
            </a:r>
            <a:endParaRPr lang="en-IN" dirty="0">
              <a:latin typeface="Calisto MT" panose="02040603050505030304" pitchFamily="18" charset="0"/>
            </a:endParaRPr>
          </a:p>
        </p:txBody>
      </p:sp>
      <p:sp>
        <p:nvSpPr>
          <p:cNvPr id="10" name="Scroll: Horizontal 9">
            <a:extLst>
              <a:ext uri="{FF2B5EF4-FFF2-40B4-BE49-F238E27FC236}">
                <a16:creationId xmlns:a16="http://schemas.microsoft.com/office/drawing/2014/main" id="{6043BCBD-0A10-6A2A-F348-3069D086AED1}"/>
              </a:ext>
            </a:extLst>
          </p:cNvPr>
          <p:cNvSpPr/>
          <p:nvPr/>
        </p:nvSpPr>
        <p:spPr>
          <a:xfrm>
            <a:off x="855694" y="4517136"/>
            <a:ext cx="2446750" cy="2103120"/>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Calisto MT" panose="02040603050505030304" pitchFamily="18" charset="0"/>
              </a:rPr>
              <a:t>FUTURE SCOPE</a:t>
            </a:r>
            <a:endParaRPr lang="en-IN" dirty="0">
              <a:latin typeface="Calisto MT" panose="02040603050505030304" pitchFamily="18" charset="0"/>
            </a:endParaRPr>
          </a:p>
        </p:txBody>
      </p:sp>
      <p:sp>
        <p:nvSpPr>
          <p:cNvPr id="11" name="Rectangle: Rounded Corners 10">
            <a:extLst>
              <a:ext uri="{FF2B5EF4-FFF2-40B4-BE49-F238E27FC236}">
                <a16:creationId xmlns:a16="http://schemas.microsoft.com/office/drawing/2014/main" id="{027CE6B7-0684-8777-5852-D7C32CFF5D66}"/>
              </a:ext>
            </a:extLst>
          </p:cNvPr>
          <p:cNvSpPr/>
          <p:nvPr/>
        </p:nvSpPr>
        <p:spPr>
          <a:xfrm>
            <a:off x="3302444" y="4517136"/>
            <a:ext cx="8301292" cy="20025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lnSpc>
                <a:spcPct val="150000"/>
              </a:lnSpc>
              <a:buFont typeface="Wingdings" panose="05000000000000000000" pitchFamily="2" charset="2"/>
              <a:buChar char="ü"/>
            </a:pPr>
            <a:r>
              <a:rPr lang="en-IN" dirty="0">
                <a:latin typeface="Calisto MT" panose="02040603050505030304" pitchFamily="18" charset="0"/>
              </a:rPr>
              <a:t> Enhance stability using advanced filtering (Kalman/EMA smoothing).</a:t>
            </a:r>
          </a:p>
          <a:p>
            <a:pPr marL="285750" indent="-285750" algn="ctr">
              <a:lnSpc>
                <a:spcPct val="150000"/>
              </a:lnSpc>
              <a:buFont typeface="Wingdings" panose="05000000000000000000" pitchFamily="2" charset="2"/>
              <a:buChar char="ü"/>
            </a:pPr>
            <a:r>
              <a:rPr lang="en-IN" dirty="0">
                <a:latin typeface="Calisto MT" panose="02040603050505030304" pitchFamily="18" charset="0"/>
              </a:rPr>
              <a:t>Expand gesture set for multi-finger actions and shortcuts.</a:t>
            </a:r>
          </a:p>
          <a:p>
            <a:pPr marL="285750" indent="-285750" algn="ctr">
              <a:lnSpc>
                <a:spcPct val="150000"/>
              </a:lnSpc>
              <a:buFont typeface="Wingdings" panose="05000000000000000000" pitchFamily="2" charset="2"/>
              <a:buChar char="ü"/>
            </a:pPr>
            <a:r>
              <a:rPr lang="en-IN" dirty="0">
                <a:latin typeface="Calisto MT" panose="02040603050505030304" pitchFamily="18" charset="0"/>
              </a:rPr>
              <a:t>Improve adaptability with auto-calibration features.</a:t>
            </a:r>
          </a:p>
          <a:p>
            <a:pPr marL="285750" indent="-285750" algn="ctr">
              <a:lnSpc>
                <a:spcPct val="150000"/>
              </a:lnSpc>
              <a:buFont typeface="Wingdings" panose="05000000000000000000" pitchFamily="2" charset="2"/>
              <a:buChar char="ü"/>
            </a:pPr>
            <a:r>
              <a:rPr lang="en-IN" dirty="0">
                <a:latin typeface="Calisto MT" panose="02040603050505030304" pitchFamily="18" charset="0"/>
              </a:rPr>
              <a:t>Explore integration with multi-device environments (e.g., IoT, smart displays).</a:t>
            </a:r>
          </a:p>
        </p:txBody>
      </p:sp>
    </p:spTree>
    <p:extLst>
      <p:ext uri="{BB962C8B-B14F-4D97-AF65-F5344CB8AC3E}">
        <p14:creationId xmlns:p14="http://schemas.microsoft.com/office/powerpoint/2010/main" val="3311488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2750F-EAEB-E051-226F-5D236A90D67F}"/>
              </a:ext>
            </a:extLst>
          </p:cNvPr>
          <p:cNvSpPr>
            <a:spLocks noGrp="1"/>
          </p:cNvSpPr>
          <p:nvPr>
            <p:ph type="title"/>
          </p:nvPr>
        </p:nvSpPr>
        <p:spPr>
          <a:xfrm>
            <a:off x="3900517" y="413798"/>
            <a:ext cx="8911687" cy="1280890"/>
          </a:xfrm>
        </p:spPr>
        <p:txBody>
          <a:bodyPr/>
          <a:lstStyle/>
          <a:p>
            <a:r>
              <a:rPr lang="en-US" b="1" dirty="0">
                <a:latin typeface="Calisto MT" panose="02040603050505030304" pitchFamily="18" charset="0"/>
              </a:rPr>
              <a:t>REFERENCES</a:t>
            </a:r>
            <a:endParaRPr lang="en-IN"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8AB78EF7-B568-D5EC-8881-6D4B72F71BAD}"/>
              </a:ext>
            </a:extLst>
          </p:cNvPr>
          <p:cNvSpPr>
            <a:spLocks noGrp="1"/>
          </p:cNvSpPr>
          <p:nvPr>
            <p:ph idx="1"/>
          </p:nvPr>
        </p:nvSpPr>
        <p:spPr>
          <a:xfrm>
            <a:off x="1446212" y="1234440"/>
            <a:ext cx="10422700" cy="5209762"/>
          </a:xfrm>
        </p:spPr>
        <p:txBody>
          <a:bodyPr>
            <a:normAutofit/>
          </a:bodyPr>
          <a:lstStyle/>
          <a:p>
            <a:r>
              <a:rPr lang="en-US" dirty="0">
                <a:latin typeface="Calisto MT" panose="02040603050505030304" pitchFamily="18" charset="0"/>
              </a:rPr>
              <a:t>Zhang, Z. (2012). A Review of Hand Gesture Recognition Techniques. IEEE Transactions on Pattern Analysis and Machine Intelligence, 34(3), 572–587.</a:t>
            </a:r>
          </a:p>
          <a:p>
            <a:pPr marL="0" indent="0">
              <a:buNone/>
            </a:pPr>
            <a:endParaRPr lang="en-US" dirty="0">
              <a:latin typeface="Calisto MT" panose="02040603050505030304" pitchFamily="18" charset="0"/>
            </a:endParaRPr>
          </a:p>
          <a:p>
            <a:r>
              <a:rPr lang="en-US" dirty="0" err="1">
                <a:latin typeface="Calisto MT" panose="02040603050505030304" pitchFamily="18" charset="0"/>
              </a:rPr>
              <a:t>Bradski</a:t>
            </a:r>
            <a:r>
              <a:rPr lang="en-US" dirty="0">
                <a:latin typeface="Calisto MT" panose="02040603050505030304" pitchFamily="18" charset="0"/>
              </a:rPr>
              <a:t>, G. “The OpenCV Library,” Dr. Dobb’s Journal of Software Tools.</a:t>
            </a:r>
          </a:p>
          <a:p>
            <a:pPr marL="0" indent="0">
              <a:buNone/>
            </a:pPr>
            <a:endParaRPr lang="en-US" dirty="0">
              <a:latin typeface="Calisto MT" panose="02040603050505030304" pitchFamily="18" charset="0"/>
            </a:endParaRPr>
          </a:p>
          <a:p>
            <a:r>
              <a:rPr lang="en-US" dirty="0">
                <a:latin typeface="Calisto MT" panose="02040603050505030304" pitchFamily="18" charset="0"/>
              </a:rPr>
              <a:t>McCullough, D. (2018). Human-Computer Interaction Using Vision-Based Hand Tracking: A Comprehensive Survey. ACM Computing Surveys, 51(4), 1–34.</a:t>
            </a:r>
          </a:p>
          <a:p>
            <a:pPr marL="0" indent="0">
              <a:buNone/>
            </a:pPr>
            <a:endParaRPr lang="en-US" dirty="0">
              <a:latin typeface="Calisto MT" panose="02040603050505030304" pitchFamily="18" charset="0"/>
            </a:endParaRPr>
          </a:p>
          <a:p>
            <a:r>
              <a:rPr lang="en-US" dirty="0">
                <a:latin typeface="Calisto MT" panose="02040603050505030304" pitchFamily="18" charset="0"/>
              </a:rPr>
              <a:t>K. O’Hara, “Touchless Interaction: Novel Input Paradigms for Productivity and Accessibility,” Journal of Human-Computer Interaction, vol. 31, no. 6, pp. 410–428, 2015.</a:t>
            </a:r>
          </a:p>
          <a:p>
            <a:endParaRPr lang="en-US" dirty="0">
              <a:latin typeface="Calisto MT" panose="02040603050505030304" pitchFamily="18" charset="0"/>
            </a:endParaRPr>
          </a:p>
          <a:p>
            <a:r>
              <a:rPr lang="fr-FR" dirty="0" err="1">
                <a:latin typeface="Calisto MT" panose="02040603050505030304" pitchFamily="18" charset="0"/>
              </a:rPr>
              <a:t>PyAutoGUI</a:t>
            </a:r>
            <a:r>
              <a:rPr lang="fr-FR" dirty="0">
                <a:latin typeface="Calisto MT" panose="02040603050505030304" pitchFamily="18" charset="0"/>
              </a:rPr>
              <a:t> Documentation, “Cross-Platform GUI Automation Toolkit,” 2024.</a:t>
            </a:r>
          </a:p>
          <a:p>
            <a:pPr marL="0" indent="0">
              <a:buNone/>
            </a:pPr>
            <a:endParaRPr lang="fr-FR" dirty="0">
              <a:latin typeface="Calisto MT" panose="02040603050505030304" pitchFamily="18" charset="0"/>
            </a:endParaRPr>
          </a:p>
          <a:p>
            <a:r>
              <a:rPr lang="en-US" dirty="0">
                <a:latin typeface="Calisto MT" panose="02040603050505030304" pitchFamily="18" charset="0"/>
              </a:rPr>
              <a:t>Google Research, “</a:t>
            </a:r>
            <a:r>
              <a:rPr lang="en-US" dirty="0" err="1">
                <a:latin typeface="Calisto MT" panose="02040603050505030304" pitchFamily="18" charset="0"/>
              </a:rPr>
              <a:t>MediaPipe</a:t>
            </a:r>
            <a:r>
              <a:rPr lang="en-US" dirty="0">
                <a:latin typeface="Calisto MT" panose="02040603050505030304" pitchFamily="18" charset="0"/>
              </a:rPr>
              <a:t>: On-Device Machine Learning Framework for Perception,” 2020.</a:t>
            </a:r>
            <a:endParaRPr lang="fr-FR" dirty="0">
              <a:latin typeface="Calisto MT" panose="02040603050505030304" pitchFamily="18" charset="0"/>
            </a:endParaRPr>
          </a:p>
          <a:p>
            <a:endParaRPr lang="en-US" dirty="0"/>
          </a:p>
          <a:p>
            <a:endParaRPr lang="en-IN" dirty="0"/>
          </a:p>
        </p:txBody>
      </p:sp>
      <p:pic>
        <p:nvPicPr>
          <p:cNvPr id="4" name="Picture 3">
            <a:extLst>
              <a:ext uri="{FF2B5EF4-FFF2-40B4-BE49-F238E27FC236}">
                <a16:creationId xmlns:a16="http://schemas.microsoft.com/office/drawing/2014/main" id="{1E7FDDCE-D1C0-C366-2710-6A1E8E0D13F9}"/>
              </a:ext>
            </a:extLst>
          </p:cNvPr>
          <p:cNvPicPr>
            <a:picLocks noChangeAspect="1"/>
          </p:cNvPicPr>
          <p:nvPr/>
        </p:nvPicPr>
        <p:blipFill>
          <a:blip r:embed="rId2"/>
          <a:stretch>
            <a:fillRect/>
          </a:stretch>
        </p:blipFill>
        <p:spPr>
          <a:xfrm>
            <a:off x="10338723" y="-64121"/>
            <a:ext cx="2139881" cy="1133969"/>
          </a:xfrm>
          <a:prstGeom prst="rect">
            <a:avLst/>
          </a:prstGeom>
        </p:spPr>
      </p:pic>
    </p:spTree>
    <p:extLst>
      <p:ext uri="{BB962C8B-B14F-4D97-AF65-F5344CB8AC3E}">
        <p14:creationId xmlns:p14="http://schemas.microsoft.com/office/powerpoint/2010/main" val="2961817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DD632-76CA-CA3E-F2B1-A1D9CD531D32}"/>
              </a:ext>
            </a:extLst>
          </p:cNvPr>
          <p:cNvSpPr>
            <a:spLocks noGrp="1"/>
          </p:cNvSpPr>
          <p:nvPr>
            <p:ph type="title"/>
          </p:nvPr>
        </p:nvSpPr>
        <p:spPr>
          <a:xfrm>
            <a:off x="2969999" y="2679153"/>
            <a:ext cx="7390060" cy="1855139"/>
          </a:xfrm>
        </p:spPr>
        <p:txBody>
          <a:bodyPr>
            <a:normAutofit/>
          </a:bodyPr>
          <a:lstStyle/>
          <a:p>
            <a:r>
              <a:rPr lang="en-US" sz="8000" b="1" u="sng" dirty="0">
                <a:latin typeface="Calisto MT" panose="02040603050505030304" pitchFamily="18" charset="0"/>
              </a:rPr>
              <a:t>THANK YOU</a:t>
            </a:r>
            <a:endParaRPr lang="en-IN" sz="8000" b="1" u="sng" dirty="0">
              <a:latin typeface="Calisto MT" panose="02040603050505030304" pitchFamily="18" charset="0"/>
            </a:endParaRPr>
          </a:p>
        </p:txBody>
      </p:sp>
      <p:pic>
        <p:nvPicPr>
          <p:cNvPr id="3" name="Picture 2">
            <a:extLst>
              <a:ext uri="{FF2B5EF4-FFF2-40B4-BE49-F238E27FC236}">
                <a16:creationId xmlns:a16="http://schemas.microsoft.com/office/drawing/2014/main" id="{1AB74757-FA6E-9DCE-7E30-D1DE7678403F}"/>
              </a:ext>
            </a:extLst>
          </p:cNvPr>
          <p:cNvPicPr>
            <a:picLocks noChangeAspect="1"/>
          </p:cNvPicPr>
          <p:nvPr/>
        </p:nvPicPr>
        <p:blipFill>
          <a:blip r:embed="rId2"/>
          <a:stretch>
            <a:fillRect/>
          </a:stretch>
        </p:blipFill>
        <p:spPr>
          <a:xfrm>
            <a:off x="10360059" y="-73209"/>
            <a:ext cx="2133785" cy="1298561"/>
          </a:xfrm>
          <a:prstGeom prst="rect">
            <a:avLst/>
          </a:prstGeom>
        </p:spPr>
      </p:pic>
    </p:spTree>
    <p:extLst>
      <p:ext uri="{BB962C8B-B14F-4D97-AF65-F5344CB8AC3E}">
        <p14:creationId xmlns:p14="http://schemas.microsoft.com/office/powerpoint/2010/main" val="39465206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518</TotalTime>
  <Words>1639</Words>
  <Application>Microsoft Office PowerPoint</Application>
  <PresentationFormat>Widescreen</PresentationFormat>
  <Paragraphs>174</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Rounded MT Bold</vt:lpstr>
      <vt:lpstr>Bahnschrift Light</vt:lpstr>
      <vt:lpstr>Calisto MT</vt:lpstr>
      <vt:lpstr>Century Gothic</vt:lpstr>
      <vt:lpstr>Wingdings</vt:lpstr>
      <vt:lpstr>Wingdings 3</vt:lpstr>
      <vt:lpstr>Wisp</vt:lpstr>
      <vt:lpstr>AI VIRTUAL MOUSE</vt:lpstr>
      <vt:lpstr>INTRODUCTION</vt:lpstr>
      <vt:lpstr>PROBLEM STATEMENT (IDENTIFICATION)</vt:lpstr>
      <vt:lpstr>PowerPoint Presentation</vt:lpstr>
      <vt:lpstr>LITERATURE SURVEY</vt:lpstr>
      <vt:lpstr>LITERATURE SURVEY</vt:lpstr>
      <vt:lpstr>OBJECTIVE</vt:lpstr>
      <vt:lpstr>PROPOSED PLAN</vt:lpstr>
      <vt:lpstr>SYSTEM ARCHITECTURE</vt:lpstr>
      <vt:lpstr>PowerPoint Presentation</vt:lpstr>
      <vt:lpstr>PowerPoint Presentation</vt:lpstr>
      <vt:lpstr>TECHNOLOGIES USED</vt:lpstr>
      <vt:lpstr>RESULTS</vt:lpstr>
      <vt:lpstr>PowerPoint Presentation</vt:lpstr>
      <vt:lpstr>CONCLUSION &amp; 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pavan</dc:creator>
  <cp:lastModifiedBy>Pavan Putta</cp:lastModifiedBy>
  <cp:revision>8</cp:revision>
  <dcterms:created xsi:type="dcterms:W3CDTF">2025-08-17T16:50:02Z</dcterms:created>
  <dcterms:modified xsi:type="dcterms:W3CDTF">2025-11-17T12:51:47Z</dcterms:modified>
</cp:coreProperties>
</file>